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EE67-40D2-2BD0-0117-D9F810E0F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C7AD6-EA7E-7CB2-856C-90CBF4B70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5F554-CC5E-4EAA-8084-98605F77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34D99-C4ED-DBCD-D5A3-32D4CF4E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76524-2777-7363-09B7-05DD8214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558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40C8-9DEC-C3B0-AFB5-83DDC495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D8F51-3D0E-7874-5CC3-BA19E5512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AE844-A54E-BDE2-160A-B6BD62ED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F664-F07F-0BC3-8502-4087442E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ECA1E-757D-B3D3-6676-8DF126DB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908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9AF6-E053-3741-6481-0EDEEA35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E6A29-BA96-B22A-A3E2-87282CE7D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7ECD8-2997-B918-6E56-7C4A49D0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5A79-EEDD-2568-7D09-C8898472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6D60-FC38-B468-DB48-4070A203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733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BFAD-7103-FB5A-C10C-40B9700F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978E-F0BA-8DCC-7392-927357C97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DA85A-0560-7C02-659E-57867F2C9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25796-85B2-C07B-D184-BCD9574A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37231-4404-C3D9-B114-02A5F9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C4000-D25A-CDAB-CEAB-E6C536B6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67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32FB-0ABC-7385-17F7-B679698B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5E296-3878-4035-DE50-BF47B4D51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6C268-D2CF-CF98-173F-70D8D1B04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6D4A6-8F8C-6876-4D18-38CCBBB52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3E66D-082E-0D23-79F2-9A4A67F9F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D6BE0-7308-01FA-85F1-93546EB0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DCBA3-A85E-07AE-7A1F-87BE723A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47DAE-BB8D-13E6-D6D4-9DB4B40D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87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7BB3-75A1-BD64-1B77-FA71370F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C2320-EAF1-B6EE-1EE1-56DECFD9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389C5-2436-9A4C-19F8-39A5DAB20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FCB64-2B45-1393-979B-1C009662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72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1117A-B510-BD4D-B9DE-A28B5E2C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0EB33-4F4D-A038-B213-DB7D6D4A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ED0B8-30CB-4C8C-490A-75C0C5F9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730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2BA74-6ADB-E6F7-9E27-E1D275AA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1AC3-EAB7-E73A-3127-01E3B5582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D8F00-29DA-0527-F45F-6214D9AA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9D58C-A071-3BC0-D07D-20CC890E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B097F-2877-5813-F814-002FC85E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12DDB-00BC-BA14-E4D3-07CD4994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52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C223-B4C4-E5EC-4BD2-7C648154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6B3A3-A94F-F23E-9484-71F1C749D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38991-2149-B59C-B199-2E88AEEBD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D9A55-E9FA-E582-231F-08789722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00041-1DAE-1AB1-FC2E-500870EC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66D6C-20C7-4774-B221-2BEBE7E5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977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7CE7-2F23-3792-BDDB-38F537AF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53380-0533-2737-C194-916D2E81F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D7A2F-5004-A843-3B58-9E3039AE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2D51-07F0-C1BD-84C4-2B44E748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6A7E3-6D90-9352-86EF-59EAA3C4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493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C961F-8BEB-605F-BB98-28C14374D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E9892-983A-C9EC-EC1E-B9AB89CB3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5C35-5959-9B5E-E413-8052476C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8206C-F021-B803-C289-BCE28241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BFFD-61FD-105A-A7D6-B425DCAE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83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E4D4D-B3D5-AC71-0792-4CEC2F49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E9706-DD93-4C09-747F-729C5F257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2B66D-D2EE-9340-8328-3E9A77405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E0E0F-713C-41F1-8C51-96876B4DCF80}" type="datetimeFigureOut">
              <a:rPr lang="en-CA" smtClean="0"/>
              <a:t>2025-02-03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AEDB-3D39-AE82-03AD-8498A1208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3D0E9-A76E-CE04-6055-90B62E70E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17F84-F8FB-4C92-9737-A074BAF409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942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609B-BB7A-34B4-96F0-D9EE249913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AFED8-9E4E-871E-15A3-1BCB6EAD5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665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the body of a person&#10;&#10;Description automatically generated">
            <a:extLst>
              <a:ext uri="{FF2B5EF4-FFF2-40B4-BE49-F238E27FC236}">
                <a16:creationId xmlns:a16="http://schemas.microsoft.com/office/drawing/2014/main" id="{208BB15A-680E-3392-3362-086FF058C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390" y="0"/>
            <a:ext cx="3699220" cy="6858000"/>
          </a:xfrm>
          <a:prstGeom prst="rect">
            <a:avLst/>
          </a:prstGeom>
        </p:spPr>
      </p:pic>
      <p:pic>
        <p:nvPicPr>
          <p:cNvPr id="4" name="Picture 3" descr="A diagram of the body of a person&#10;&#10;Description automatically generated">
            <a:extLst>
              <a:ext uri="{FF2B5EF4-FFF2-40B4-BE49-F238E27FC236}">
                <a16:creationId xmlns:a16="http://schemas.microsoft.com/office/drawing/2014/main" id="{0B8228BE-7393-8C9F-79A0-9F8A3D292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390" y="0"/>
            <a:ext cx="3699220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B4ABDB-989D-4308-2123-AE63E00DCDC2}"/>
              </a:ext>
            </a:extLst>
          </p:cNvPr>
          <p:cNvSpPr txBox="1"/>
          <p:nvPr/>
        </p:nvSpPr>
        <p:spPr>
          <a:xfrm>
            <a:off x="5186367" y="3610128"/>
            <a:ext cx="209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  <a:endParaRPr lang="en-CA" sz="11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D25A09-6E4C-C690-AED3-469416A8BC93}"/>
              </a:ext>
            </a:extLst>
          </p:cNvPr>
          <p:cNvSpPr/>
          <p:nvPr/>
        </p:nvSpPr>
        <p:spPr>
          <a:xfrm>
            <a:off x="5903409" y="1579273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</a:t>
            </a:r>
            <a:endParaRPr lang="en-CA" sz="9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532A66-522E-96C8-6668-77D8DFF4FF47}"/>
              </a:ext>
            </a:extLst>
          </p:cNvPr>
          <p:cNvSpPr/>
          <p:nvPr/>
        </p:nvSpPr>
        <p:spPr>
          <a:xfrm>
            <a:off x="6043236" y="1252864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</a:t>
            </a:r>
            <a:endParaRPr lang="en-CA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F81A9D-3563-AFD2-E3B2-28281504D921}"/>
              </a:ext>
            </a:extLst>
          </p:cNvPr>
          <p:cNvCxnSpPr>
            <a:stCxn id="23" idx="4"/>
          </p:cNvCxnSpPr>
          <p:nvPr/>
        </p:nvCxnSpPr>
        <p:spPr>
          <a:xfrm>
            <a:off x="6105703" y="1384876"/>
            <a:ext cx="19084" cy="129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A22DE68-32B8-B5B6-2981-35BD75656126}"/>
              </a:ext>
            </a:extLst>
          </p:cNvPr>
          <p:cNvSpPr/>
          <p:nvPr/>
        </p:nvSpPr>
        <p:spPr>
          <a:xfrm>
            <a:off x="5694060" y="1095161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</a:t>
            </a:r>
            <a:endParaRPr lang="en-CA" sz="9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4B0986-D1DA-1804-F924-172E38F95F78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5800697" y="1207840"/>
            <a:ext cx="122203" cy="268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ED1EC4-21D3-89DA-60F5-AB2F1FF61282}"/>
              </a:ext>
            </a:extLst>
          </p:cNvPr>
          <p:cNvCxnSpPr/>
          <p:nvPr/>
        </p:nvCxnSpPr>
        <p:spPr>
          <a:xfrm>
            <a:off x="5922900" y="1473282"/>
            <a:ext cx="124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E660650-E59B-A7C6-3211-11F36A9994F1}"/>
              </a:ext>
            </a:extLst>
          </p:cNvPr>
          <p:cNvSpPr/>
          <p:nvPr/>
        </p:nvSpPr>
        <p:spPr>
          <a:xfrm>
            <a:off x="5857202" y="494420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</a:t>
            </a:r>
            <a:endParaRPr lang="en-CA" sz="9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225430-B22E-A89D-474E-3DCEB7730252}"/>
              </a:ext>
            </a:extLst>
          </p:cNvPr>
          <p:cNvSpPr/>
          <p:nvPr/>
        </p:nvSpPr>
        <p:spPr>
          <a:xfrm>
            <a:off x="5442329" y="1449675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</a:t>
            </a:r>
            <a:endParaRPr lang="en-CA" sz="9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5FBD060-D0B1-F9FB-6A4D-8A47A14FC24D}"/>
              </a:ext>
            </a:extLst>
          </p:cNvPr>
          <p:cNvSpPr/>
          <p:nvPr/>
        </p:nvSpPr>
        <p:spPr>
          <a:xfrm>
            <a:off x="5022537" y="3674927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</a:t>
            </a:r>
            <a:endParaRPr lang="en-CA" sz="9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7BC4438-B6FC-A949-03D1-F5CB4AA883E7}"/>
              </a:ext>
            </a:extLst>
          </p:cNvPr>
          <p:cNvSpPr/>
          <p:nvPr/>
        </p:nvSpPr>
        <p:spPr>
          <a:xfrm>
            <a:off x="5317396" y="2619986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</a:t>
            </a:r>
            <a:endParaRPr lang="en-CA" sz="9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E18667-803C-0C6D-A709-AD17545E6022}"/>
              </a:ext>
            </a:extLst>
          </p:cNvPr>
          <p:cNvSpPr/>
          <p:nvPr/>
        </p:nvSpPr>
        <p:spPr>
          <a:xfrm>
            <a:off x="4897604" y="2927540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</a:t>
            </a:r>
            <a:endParaRPr lang="en-CA" sz="9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5D554BB-7065-4B34-EDA5-DDF3FC1C4AE1}"/>
              </a:ext>
            </a:extLst>
          </p:cNvPr>
          <p:cNvSpPr/>
          <p:nvPr/>
        </p:nvSpPr>
        <p:spPr>
          <a:xfrm>
            <a:off x="5281963" y="3674927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9</a:t>
            </a:r>
            <a:endParaRPr lang="en-CA" sz="9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B9C8AB4-621E-CA9D-E75C-D1F648B68D37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5022537" y="2993546"/>
            <a:ext cx="206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D39FAD86-1DDF-75A6-8AD2-03B3BB53C276}"/>
              </a:ext>
            </a:extLst>
          </p:cNvPr>
          <p:cNvSpPr/>
          <p:nvPr/>
        </p:nvSpPr>
        <p:spPr>
          <a:xfrm>
            <a:off x="6510778" y="1086211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10</a:t>
            </a:r>
            <a:endParaRPr lang="en-CA" sz="9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6EB3C10-A228-5372-E0D1-FD679736DBDC}"/>
              </a:ext>
            </a:extLst>
          </p:cNvPr>
          <p:cNvCxnSpPr>
            <a:cxnSpLocks/>
            <a:endCxn id="42" idx="3"/>
          </p:cNvCxnSpPr>
          <p:nvPr/>
        </p:nvCxnSpPr>
        <p:spPr>
          <a:xfrm flipV="1">
            <a:off x="6230636" y="1199904"/>
            <a:ext cx="298594" cy="192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24D6CC6-8C67-3B52-CFD0-3B22C00DE340}"/>
              </a:ext>
            </a:extLst>
          </p:cNvPr>
          <p:cNvCxnSpPr>
            <a:cxnSpLocks/>
          </p:cNvCxnSpPr>
          <p:nvPr/>
        </p:nvCxnSpPr>
        <p:spPr>
          <a:xfrm flipV="1">
            <a:off x="6214375" y="1384876"/>
            <a:ext cx="16261" cy="117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2807FD3-B6AE-FDBD-E858-0F976F4B59E6}"/>
              </a:ext>
            </a:extLst>
          </p:cNvPr>
          <p:cNvSpPr/>
          <p:nvPr/>
        </p:nvSpPr>
        <p:spPr>
          <a:xfrm>
            <a:off x="6316933" y="48934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11</a:t>
            </a:r>
            <a:endParaRPr lang="en-CA" sz="9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74CB6A0-9E6A-60CB-EDBB-B180BE7830F6}"/>
              </a:ext>
            </a:extLst>
          </p:cNvPr>
          <p:cNvSpPr/>
          <p:nvPr/>
        </p:nvSpPr>
        <p:spPr>
          <a:xfrm>
            <a:off x="6105702" y="73329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12</a:t>
            </a:r>
            <a:endParaRPr lang="en-CA" sz="9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1843645-A54C-4EDC-C85C-2A0613BE91CC}"/>
              </a:ext>
            </a:extLst>
          </p:cNvPr>
          <p:cNvSpPr/>
          <p:nvPr/>
        </p:nvSpPr>
        <p:spPr>
          <a:xfrm>
            <a:off x="6383990" y="147328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13</a:t>
            </a:r>
            <a:endParaRPr lang="en-CA" sz="9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EB446C4-FF7D-6E80-E60C-A3AA3FFCF893}"/>
              </a:ext>
            </a:extLst>
          </p:cNvPr>
          <p:cNvSpPr/>
          <p:nvPr/>
        </p:nvSpPr>
        <p:spPr>
          <a:xfrm>
            <a:off x="6749702" y="144787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14</a:t>
            </a:r>
            <a:endParaRPr lang="en-CA" sz="90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D11F543-C7C3-4D63-6DEA-518FD5764D92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01044" y="1443699"/>
            <a:ext cx="101398" cy="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3293032E-A4B8-06CC-9846-5C7A5E21CC91}"/>
              </a:ext>
            </a:extLst>
          </p:cNvPr>
          <p:cNvSpPr/>
          <p:nvPr/>
        </p:nvSpPr>
        <p:spPr>
          <a:xfrm>
            <a:off x="7156596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15</a:t>
            </a:r>
            <a:endParaRPr lang="en-CA" sz="9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280E1B3-F0D6-8B53-9875-F4196A22C082}"/>
              </a:ext>
            </a:extLst>
          </p:cNvPr>
          <p:cNvSpPr/>
          <p:nvPr/>
        </p:nvSpPr>
        <p:spPr>
          <a:xfrm>
            <a:off x="6875702" y="261879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16</a:t>
            </a:r>
            <a:endParaRPr lang="en-CA" sz="9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A6F67B-F677-B61C-DA67-61DC81827AE6}"/>
              </a:ext>
            </a:extLst>
          </p:cNvPr>
          <p:cNvSpPr/>
          <p:nvPr/>
        </p:nvSpPr>
        <p:spPr>
          <a:xfrm>
            <a:off x="7282596" y="292635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17</a:t>
            </a:r>
            <a:endParaRPr lang="en-CA" sz="9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F8EBC3F-097A-87FF-E9C9-D78BA9963212}"/>
              </a:ext>
            </a:extLst>
          </p:cNvPr>
          <p:cNvCxnSpPr>
            <a:cxnSpLocks/>
          </p:cNvCxnSpPr>
          <p:nvPr/>
        </p:nvCxnSpPr>
        <p:spPr>
          <a:xfrm>
            <a:off x="7076457" y="2992952"/>
            <a:ext cx="206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3277ECF-9C70-88E4-3153-FBF37D756003}"/>
              </a:ext>
            </a:extLst>
          </p:cNvPr>
          <p:cNvSpPr/>
          <p:nvPr/>
        </p:nvSpPr>
        <p:spPr>
          <a:xfrm>
            <a:off x="6908149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18</a:t>
            </a:r>
            <a:endParaRPr lang="en-CA" sz="9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7765653-B8B5-7F3D-13E1-B018E49F3C6D}"/>
              </a:ext>
            </a:extLst>
          </p:cNvPr>
          <p:cNvSpPr/>
          <p:nvPr/>
        </p:nvSpPr>
        <p:spPr>
          <a:xfrm>
            <a:off x="6484682" y="172509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19</a:t>
            </a:r>
            <a:endParaRPr lang="en-CA" sz="9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70028EE-EEC0-988E-F587-9562C8041A0A}"/>
              </a:ext>
            </a:extLst>
          </p:cNvPr>
          <p:cNvSpPr/>
          <p:nvPr/>
        </p:nvSpPr>
        <p:spPr>
          <a:xfrm>
            <a:off x="6088375" y="2020900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20</a:t>
            </a:r>
            <a:endParaRPr lang="en-CA" sz="9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914FE0E-54CF-0397-FAA9-F080E8464A41}"/>
              </a:ext>
            </a:extLst>
          </p:cNvPr>
          <p:cNvSpPr/>
          <p:nvPr/>
        </p:nvSpPr>
        <p:spPr>
          <a:xfrm>
            <a:off x="5814630" y="1874451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21</a:t>
            </a:r>
            <a:endParaRPr lang="en-CA" sz="9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3A07BBB-7A37-FDDC-A5DB-042E17A3F768}"/>
              </a:ext>
            </a:extLst>
          </p:cNvPr>
          <p:cNvSpPr/>
          <p:nvPr/>
        </p:nvSpPr>
        <p:spPr>
          <a:xfrm>
            <a:off x="5950666" y="2151111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22</a:t>
            </a:r>
            <a:endParaRPr lang="en-CA" sz="9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3FB4D6F-3320-1A4B-E9A4-E46DE2A25845}"/>
              </a:ext>
            </a:extLst>
          </p:cNvPr>
          <p:cNvSpPr/>
          <p:nvPr/>
        </p:nvSpPr>
        <p:spPr>
          <a:xfrm>
            <a:off x="5638089" y="201688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23</a:t>
            </a:r>
            <a:endParaRPr lang="en-CA" sz="9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3554AA1-9E18-A39B-F70C-62AEF6D6CF8C}"/>
              </a:ext>
            </a:extLst>
          </p:cNvPr>
          <p:cNvSpPr/>
          <p:nvPr/>
        </p:nvSpPr>
        <p:spPr>
          <a:xfrm>
            <a:off x="5731202" y="225573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24</a:t>
            </a:r>
            <a:endParaRPr lang="en-CA" sz="9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C59FCF2-1347-76EE-BED4-145D9805E9AB}"/>
              </a:ext>
            </a:extLst>
          </p:cNvPr>
          <p:cNvSpPr/>
          <p:nvPr/>
        </p:nvSpPr>
        <p:spPr>
          <a:xfrm>
            <a:off x="6466230" y="198196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25</a:t>
            </a:r>
            <a:endParaRPr lang="en-CA" sz="9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04E47A5-DB2C-895A-2549-6695BF693B50}"/>
              </a:ext>
            </a:extLst>
          </p:cNvPr>
          <p:cNvSpPr/>
          <p:nvPr/>
        </p:nvSpPr>
        <p:spPr>
          <a:xfrm>
            <a:off x="6500961" y="215008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26</a:t>
            </a:r>
            <a:endParaRPr lang="en-CA" sz="9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F2A967D-5518-E97C-CF94-C54EA432A7AC}"/>
              </a:ext>
            </a:extLst>
          </p:cNvPr>
          <p:cNvSpPr/>
          <p:nvPr/>
        </p:nvSpPr>
        <p:spPr>
          <a:xfrm>
            <a:off x="5941639" y="238893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27</a:t>
            </a:r>
            <a:endParaRPr lang="en-CA" sz="9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6D96BBA-943A-C3D1-57FC-DD4DA5FF43E7}"/>
              </a:ext>
            </a:extLst>
          </p:cNvPr>
          <p:cNvSpPr/>
          <p:nvPr/>
        </p:nvSpPr>
        <p:spPr>
          <a:xfrm>
            <a:off x="6446990" y="233680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28</a:t>
            </a:r>
            <a:endParaRPr lang="en-CA" sz="9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231C90E-898B-C36E-8E14-ABCDE2B41897}"/>
              </a:ext>
            </a:extLst>
          </p:cNvPr>
          <p:cNvSpPr/>
          <p:nvPr/>
        </p:nvSpPr>
        <p:spPr>
          <a:xfrm>
            <a:off x="6529230" y="248559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29</a:t>
            </a:r>
            <a:endParaRPr lang="en-CA" sz="9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959C3DE-FEEA-4923-ED76-41D7D4B81043}"/>
              </a:ext>
            </a:extLst>
          </p:cNvPr>
          <p:cNvSpPr/>
          <p:nvPr/>
        </p:nvSpPr>
        <p:spPr>
          <a:xfrm>
            <a:off x="5756526" y="261890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30</a:t>
            </a:r>
            <a:endParaRPr lang="en-CA" sz="9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396BB95-0C9A-F5FE-720B-F292C349F590}"/>
              </a:ext>
            </a:extLst>
          </p:cNvPr>
          <p:cNvSpPr/>
          <p:nvPr/>
        </p:nvSpPr>
        <p:spPr>
          <a:xfrm>
            <a:off x="6510778" y="265936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31</a:t>
            </a:r>
            <a:endParaRPr lang="en-CA" sz="900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4335557-18C9-34B5-2615-83CFCA8EA2D2}"/>
              </a:ext>
            </a:extLst>
          </p:cNvPr>
          <p:cNvCxnSpPr>
            <a:cxnSpLocks/>
          </p:cNvCxnSpPr>
          <p:nvPr/>
        </p:nvCxnSpPr>
        <p:spPr>
          <a:xfrm>
            <a:off x="6224614" y="2725966"/>
            <a:ext cx="2763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14D6D2E-D70B-0C1C-A2C6-87006B9CAD4F}"/>
              </a:ext>
            </a:extLst>
          </p:cNvPr>
          <p:cNvCxnSpPr>
            <a:cxnSpLocks/>
          </p:cNvCxnSpPr>
          <p:nvPr/>
        </p:nvCxnSpPr>
        <p:spPr>
          <a:xfrm>
            <a:off x="6243377" y="2537952"/>
            <a:ext cx="2763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FE0ED1B-9E86-64F8-F097-633BAC8CC547}"/>
              </a:ext>
            </a:extLst>
          </p:cNvPr>
          <p:cNvCxnSpPr>
            <a:cxnSpLocks/>
            <a:stCxn id="77" idx="7"/>
          </p:cNvCxnSpPr>
          <p:nvPr/>
        </p:nvCxnSpPr>
        <p:spPr>
          <a:xfrm flipV="1">
            <a:off x="6049187" y="2336804"/>
            <a:ext cx="251857" cy="71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7C221D0-FC2F-91D1-35FD-734AAAB49C0B}"/>
              </a:ext>
            </a:extLst>
          </p:cNvPr>
          <p:cNvCxnSpPr>
            <a:cxnSpLocks/>
            <a:endCxn id="75" idx="3"/>
          </p:cNvCxnSpPr>
          <p:nvPr/>
        </p:nvCxnSpPr>
        <p:spPr>
          <a:xfrm flipV="1">
            <a:off x="6316933" y="2095659"/>
            <a:ext cx="167749" cy="29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DD5EAC6-8F4C-758A-36A0-4CD032D71B67}"/>
              </a:ext>
            </a:extLst>
          </p:cNvPr>
          <p:cNvCxnSpPr>
            <a:cxnSpLocks/>
          </p:cNvCxnSpPr>
          <p:nvPr/>
        </p:nvCxnSpPr>
        <p:spPr>
          <a:xfrm>
            <a:off x="6323091" y="1791695"/>
            <a:ext cx="143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6687A293-5BAA-1ABD-4DB2-354322DDF0FC}"/>
              </a:ext>
            </a:extLst>
          </p:cNvPr>
          <p:cNvSpPr/>
          <p:nvPr/>
        </p:nvSpPr>
        <p:spPr>
          <a:xfrm>
            <a:off x="6442933" y="300927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32</a:t>
            </a:r>
            <a:endParaRPr lang="en-CA" sz="9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5679777-8C48-36C4-030F-25D91FCE74F5}"/>
              </a:ext>
            </a:extLst>
          </p:cNvPr>
          <p:cNvSpPr/>
          <p:nvPr/>
        </p:nvSpPr>
        <p:spPr>
          <a:xfrm>
            <a:off x="6023071" y="288986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33</a:t>
            </a:r>
            <a:endParaRPr lang="en-CA" sz="9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2971B57-D5B7-6232-7216-8A068E13C02A}"/>
              </a:ext>
            </a:extLst>
          </p:cNvPr>
          <p:cNvSpPr/>
          <p:nvPr/>
        </p:nvSpPr>
        <p:spPr>
          <a:xfrm>
            <a:off x="5950666" y="316219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34</a:t>
            </a:r>
            <a:endParaRPr lang="en-CA" sz="9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D9504A8D-DD0A-27C5-44F0-B4F1EA15D120}"/>
              </a:ext>
            </a:extLst>
          </p:cNvPr>
          <p:cNvSpPr/>
          <p:nvPr/>
        </p:nvSpPr>
        <p:spPr>
          <a:xfrm>
            <a:off x="5960071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35</a:t>
            </a:r>
            <a:endParaRPr lang="en-CA" sz="9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E363120-79A6-18E2-BE21-ED82CF74C8C3}"/>
              </a:ext>
            </a:extLst>
          </p:cNvPr>
          <p:cNvSpPr/>
          <p:nvPr/>
        </p:nvSpPr>
        <p:spPr>
          <a:xfrm>
            <a:off x="5757947" y="3493717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36</a:t>
            </a:r>
            <a:endParaRPr lang="en-CA" sz="9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CBC2BA3-AEF9-A77F-5BA5-532761173B75}"/>
              </a:ext>
            </a:extLst>
          </p:cNvPr>
          <p:cNvSpPr/>
          <p:nvPr/>
        </p:nvSpPr>
        <p:spPr>
          <a:xfrm>
            <a:off x="5630214" y="429495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37</a:t>
            </a:r>
            <a:endParaRPr lang="en-CA" sz="9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194324D-7783-898C-DC41-865EBA8536B7}"/>
              </a:ext>
            </a:extLst>
          </p:cNvPr>
          <p:cNvSpPr/>
          <p:nvPr/>
        </p:nvSpPr>
        <p:spPr>
          <a:xfrm>
            <a:off x="5834071" y="405208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38</a:t>
            </a:r>
            <a:endParaRPr lang="en-CA" sz="9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7A2CC48-1FFA-1E9B-9DC7-D37DA4955B06}"/>
              </a:ext>
            </a:extLst>
          </p:cNvPr>
          <p:cNvSpPr/>
          <p:nvPr/>
        </p:nvSpPr>
        <p:spPr>
          <a:xfrm>
            <a:off x="5753160" y="57628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39</a:t>
            </a:r>
            <a:endParaRPr lang="en-CA" sz="9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E5A3049-7EAD-29F4-9447-3A720A251D29}"/>
              </a:ext>
            </a:extLst>
          </p:cNvPr>
          <p:cNvSpPr/>
          <p:nvPr/>
        </p:nvSpPr>
        <p:spPr>
          <a:xfrm>
            <a:off x="5917236" y="609651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40</a:t>
            </a:r>
            <a:endParaRPr lang="en-CA" sz="9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2440D72-BADD-C0B4-7271-6583F2058D18}"/>
              </a:ext>
            </a:extLst>
          </p:cNvPr>
          <p:cNvSpPr/>
          <p:nvPr/>
        </p:nvSpPr>
        <p:spPr>
          <a:xfrm>
            <a:off x="6230636" y="316729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41</a:t>
            </a:r>
            <a:endParaRPr lang="en-CA" sz="900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465D5F8-A5C6-5E3F-C08E-54449B08D413}"/>
              </a:ext>
            </a:extLst>
          </p:cNvPr>
          <p:cNvSpPr/>
          <p:nvPr/>
        </p:nvSpPr>
        <p:spPr>
          <a:xfrm>
            <a:off x="6209894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42</a:t>
            </a:r>
            <a:endParaRPr lang="en-CA" sz="9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FFD0DCB-6D34-4DFE-AB10-BD10FE96370B}"/>
              </a:ext>
            </a:extLst>
          </p:cNvPr>
          <p:cNvSpPr/>
          <p:nvPr/>
        </p:nvSpPr>
        <p:spPr>
          <a:xfrm>
            <a:off x="6419003" y="349220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43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08A9F7A-B11F-983B-7D2A-5213CA1D5BFE}"/>
              </a:ext>
            </a:extLst>
          </p:cNvPr>
          <p:cNvSpPr/>
          <p:nvPr/>
        </p:nvSpPr>
        <p:spPr>
          <a:xfrm>
            <a:off x="6558690" y="429495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44</a:t>
            </a:r>
            <a:endParaRPr lang="en-CA" sz="9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C740C5D-65ED-941B-658E-9E73ABB6F909}"/>
              </a:ext>
            </a:extLst>
          </p:cNvPr>
          <p:cNvSpPr/>
          <p:nvPr/>
        </p:nvSpPr>
        <p:spPr>
          <a:xfrm>
            <a:off x="6331660" y="405340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45</a:t>
            </a:r>
            <a:endParaRPr lang="en-CA" sz="9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49C3053-FA5E-DF6C-DA35-00A700BCF383}"/>
              </a:ext>
            </a:extLst>
          </p:cNvPr>
          <p:cNvSpPr/>
          <p:nvPr/>
        </p:nvSpPr>
        <p:spPr>
          <a:xfrm>
            <a:off x="6399974" y="57628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46</a:t>
            </a:r>
            <a:endParaRPr lang="en-CA" sz="900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CE300FF9-F984-1205-F136-A7A506827760}"/>
              </a:ext>
            </a:extLst>
          </p:cNvPr>
          <p:cNvSpPr/>
          <p:nvPr/>
        </p:nvSpPr>
        <p:spPr>
          <a:xfrm>
            <a:off x="6253769" y="609651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47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66630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diagram of the body&#10;&#10;Description automatically generated">
            <a:extLst>
              <a:ext uri="{FF2B5EF4-FFF2-40B4-BE49-F238E27FC236}">
                <a16:creationId xmlns:a16="http://schemas.microsoft.com/office/drawing/2014/main" id="{16A8909E-C6D7-AB44-5AA6-887D42B89A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390" y="0"/>
            <a:ext cx="369922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4CB3A3-8D28-F2C5-D222-B6BE61F4BE79}"/>
              </a:ext>
            </a:extLst>
          </p:cNvPr>
          <p:cNvSpPr txBox="1"/>
          <p:nvPr/>
        </p:nvSpPr>
        <p:spPr>
          <a:xfrm>
            <a:off x="5186367" y="3610128"/>
            <a:ext cx="209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  <a:endParaRPr lang="en-CA" sz="11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B531B5-242B-4294-96D7-15DED211F41D}"/>
              </a:ext>
            </a:extLst>
          </p:cNvPr>
          <p:cNvSpPr/>
          <p:nvPr/>
        </p:nvSpPr>
        <p:spPr>
          <a:xfrm>
            <a:off x="5903409" y="1579273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48</a:t>
            </a:r>
            <a:endParaRPr lang="en-CA" sz="9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3E3FB-5311-DBC7-E0CC-D06AAA94B06A}"/>
              </a:ext>
            </a:extLst>
          </p:cNvPr>
          <p:cNvSpPr/>
          <p:nvPr/>
        </p:nvSpPr>
        <p:spPr>
          <a:xfrm>
            <a:off x="5699376" y="1095161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3</a:t>
            </a:r>
            <a:endParaRPr lang="en-CA" sz="9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587-D76C-B293-FBC6-B13AEB92955F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5806013" y="1207840"/>
            <a:ext cx="122203" cy="268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8A131C-BDA9-8F32-26B0-9E8F91951031}"/>
              </a:ext>
            </a:extLst>
          </p:cNvPr>
          <p:cNvCxnSpPr/>
          <p:nvPr/>
        </p:nvCxnSpPr>
        <p:spPr>
          <a:xfrm>
            <a:off x="5922900" y="1473282"/>
            <a:ext cx="124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48CCAE-8D6F-D925-ABC2-EA9B08E00BCC}"/>
              </a:ext>
            </a:extLst>
          </p:cNvPr>
          <p:cNvSpPr/>
          <p:nvPr/>
        </p:nvSpPr>
        <p:spPr>
          <a:xfrm>
            <a:off x="5857202" y="494420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</a:t>
            </a:r>
            <a:endParaRPr lang="en-CA" sz="9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5482EE-47BD-36E8-C921-DD66D9121630}"/>
              </a:ext>
            </a:extLst>
          </p:cNvPr>
          <p:cNvSpPr/>
          <p:nvPr/>
        </p:nvSpPr>
        <p:spPr>
          <a:xfrm>
            <a:off x="5442329" y="1449675"/>
            <a:ext cx="124933" cy="132012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51</a:t>
            </a:r>
            <a:endParaRPr lang="en-CA" sz="9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381845-E901-A900-87E1-201246D1638E}"/>
              </a:ext>
            </a:extLst>
          </p:cNvPr>
          <p:cNvSpPr/>
          <p:nvPr/>
        </p:nvSpPr>
        <p:spPr>
          <a:xfrm>
            <a:off x="5022537" y="3674927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52</a:t>
            </a:r>
            <a:endParaRPr lang="en-CA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6F35D1-3391-E4A2-8202-A5A2C6E94C3A}"/>
              </a:ext>
            </a:extLst>
          </p:cNvPr>
          <p:cNvSpPr/>
          <p:nvPr/>
        </p:nvSpPr>
        <p:spPr>
          <a:xfrm>
            <a:off x="5317396" y="2619986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53</a:t>
            </a:r>
            <a:endParaRPr lang="en-CA" sz="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F1F76B-4DBF-9727-B80A-2EB8E2B510BD}"/>
              </a:ext>
            </a:extLst>
          </p:cNvPr>
          <p:cNvSpPr/>
          <p:nvPr/>
        </p:nvSpPr>
        <p:spPr>
          <a:xfrm>
            <a:off x="4897604" y="2927540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54</a:t>
            </a:r>
            <a:endParaRPr lang="en-CA" sz="9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53422C-8FE4-755F-0944-19D53F40371B}"/>
              </a:ext>
            </a:extLst>
          </p:cNvPr>
          <p:cNvSpPr/>
          <p:nvPr/>
        </p:nvSpPr>
        <p:spPr>
          <a:xfrm>
            <a:off x="5281963" y="3674927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55</a:t>
            </a:r>
            <a:endParaRPr lang="en-CA" sz="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1DE1EE-FF9B-05EC-A7B6-FD7D6C6B78F7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5022537" y="2993546"/>
            <a:ext cx="206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F67F42E-3047-C722-2F61-D93A85F605A2}"/>
              </a:ext>
            </a:extLst>
          </p:cNvPr>
          <p:cNvSpPr/>
          <p:nvPr/>
        </p:nvSpPr>
        <p:spPr>
          <a:xfrm>
            <a:off x="6316933" y="494420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57</a:t>
            </a:r>
            <a:endParaRPr lang="en-CA" sz="9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9204D3-0521-D8FC-FC8B-7723FCFBD9E7}"/>
              </a:ext>
            </a:extLst>
          </p:cNvPr>
          <p:cNvSpPr/>
          <p:nvPr/>
        </p:nvSpPr>
        <p:spPr>
          <a:xfrm>
            <a:off x="6749702" y="144787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58</a:t>
            </a:r>
            <a:endParaRPr lang="en-CA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AAA57E-2F30-3DD6-A03F-B33574381A92}"/>
              </a:ext>
            </a:extLst>
          </p:cNvPr>
          <p:cNvCxnSpPr>
            <a:cxnSpLocks/>
          </p:cNvCxnSpPr>
          <p:nvPr/>
        </p:nvCxnSpPr>
        <p:spPr>
          <a:xfrm>
            <a:off x="6141951" y="1400585"/>
            <a:ext cx="101398" cy="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AC16C1C3-442A-4DEF-4FBE-A21A2A8A1EDB}"/>
              </a:ext>
            </a:extLst>
          </p:cNvPr>
          <p:cNvSpPr/>
          <p:nvPr/>
        </p:nvSpPr>
        <p:spPr>
          <a:xfrm>
            <a:off x="7156596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59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68B45ED-75C1-BF27-6EC0-A8600001CCCF}"/>
              </a:ext>
            </a:extLst>
          </p:cNvPr>
          <p:cNvSpPr/>
          <p:nvPr/>
        </p:nvSpPr>
        <p:spPr>
          <a:xfrm>
            <a:off x="6875702" y="261879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16</a:t>
            </a:r>
            <a:endParaRPr lang="en-CA" sz="9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92800D8-3FC9-5959-8D41-B839960619BE}"/>
              </a:ext>
            </a:extLst>
          </p:cNvPr>
          <p:cNvSpPr/>
          <p:nvPr/>
        </p:nvSpPr>
        <p:spPr>
          <a:xfrm>
            <a:off x="7282596" y="292635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17</a:t>
            </a:r>
            <a:endParaRPr lang="en-CA" sz="9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0936E4-A435-939B-91AB-96229969F801}"/>
              </a:ext>
            </a:extLst>
          </p:cNvPr>
          <p:cNvCxnSpPr>
            <a:cxnSpLocks/>
          </p:cNvCxnSpPr>
          <p:nvPr/>
        </p:nvCxnSpPr>
        <p:spPr>
          <a:xfrm>
            <a:off x="7076457" y="2992952"/>
            <a:ext cx="206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907872F-1ADB-A49F-31BF-ADDAB134E440}"/>
              </a:ext>
            </a:extLst>
          </p:cNvPr>
          <p:cNvSpPr/>
          <p:nvPr/>
        </p:nvSpPr>
        <p:spPr>
          <a:xfrm>
            <a:off x="6908149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62</a:t>
            </a:r>
            <a:endParaRPr lang="en-CA" sz="9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A98BE1B-044A-9E69-6F9E-80990898EE6D}"/>
              </a:ext>
            </a:extLst>
          </p:cNvPr>
          <p:cNvSpPr/>
          <p:nvPr/>
        </p:nvSpPr>
        <p:spPr>
          <a:xfrm>
            <a:off x="6268660" y="1922061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63</a:t>
            </a:r>
            <a:endParaRPr lang="en-CA" sz="9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A01999D-62C3-7EDC-4B48-575A68A5CD41}"/>
              </a:ext>
            </a:extLst>
          </p:cNvPr>
          <p:cNvSpPr/>
          <p:nvPr/>
        </p:nvSpPr>
        <p:spPr>
          <a:xfrm>
            <a:off x="6136434" y="227840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67</a:t>
            </a:r>
            <a:endParaRPr lang="en-CA" sz="9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693C8CB-39A4-DFF6-A036-4E6A95B7F33E}"/>
              </a:ext>
            </a:extLst>
          </p:cNvPr>
          <p:cNvSpPr/>
          <p:nvPr/>
        </p:nvSpPr>
        <p:spPr>
          <a:xfrm>
            <a:off x="5638089" y="201688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64</a:t>
            </a:r>
            <a:endParaRPr lang="en-CA" sz="9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E6A375-2FF0-B884-ED57-054D2B1ED3AF}"/>
              </a:ext>
            </a:extLst>
          </p:cNvPr>
          <p:cNvSpPr/>
          <p:nvPr/>
        </p:nvSpPr>
        <p:spPr>
          <a:xfrm>
            <a:off x="5615523" y="2284311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66</a:t>
            </a:r>
            <a:endParaRPr lang="en-CA" sz="9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2E55FEB-D409-29F3-BB06-BF2310E8D00D}"/>
              </a:ext>
            </a:extLst>
          </p:cNvPr>
          <p:cNvSpPr/>
          <p:nvPr/>
        </p:nvSpPr>
        <p:spPr>
          <a:xfrm>
            <a:off x="5638089" y="2455831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68</a:t>
            </a:r>
            <a:endParaRPr lang="en-CA" sz="9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36F391-9D3B-1F48-4BDA-FB5BA9E59E10}"/>
              </a:ext>
            </a:extLst>
          </p:cNvPr>
          <p:cNvSpPr/>
          <p:nvPr/>
        </p:nvSpPr>
        <p:spPr>
          <a:xfrm>
            <a:off x="5808126" y="260984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69</a:t>
            </a:r>
            <a:endParaRPr lang="en-CA" sz="9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C5DE6F2-2451-BB19-204D-47E3A3FD8016}"/>
              </a:ext>
            </a:extLst>
          </p:cNvPr>
          <p:cNvSpPr/>
          <p:nvPr/>
        </p:nvSpPr>
        <p:spPr>
          <a:xfrm>
            <a:off x="5981641" y="296369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73</a:t>
            </a:r>
            <a:endParaRPr lang="en-CA" sz="9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2542B31-415F-7CFD-5336-4E451601A122}"/>
              </a:ext>
            </a:extLst>
          </p:cNvPr>
          <p:cNvSpPr/>
          <p:nvPr/>
        </p:nvSpPr>
        <p:spPr>
          <a:xfrm>
            <a:off x="5950666" y="316219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74</a:t>
            </a:r>
            <a:endParaRPr lang="en-CA" sz="9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E1C69D-ACC6-93DA-F437-2A8665E991F2}"/>
              </a:ext>
            </a:extLst>
          </p:cNvPr>
          <p:cNvSpPr/>
          <p:nvPr/>
        </p:nvSpPr>
        <p:spPr>
          <a:xfrm>
            <a:off x="5960071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75</a:t>
            </a:r>
            <a:endParaRPr lang="en-CA" sz="9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CF98051-254C-4287-5321-A587B6BA2CDD}"/>
              </a:ext>
            </a:extLst>
          </p:cNvPr>
          <p:cNvSpPr/>
          <p:nvPr/>
        </p:nvSpPr>
        <p:spPr>
          <a:xfrm>
            <a:off x="5757947" y="3493717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76</a:t>
            </a:r>
            <a:endParaRPr lang="en-CA" sz="9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BE439-052C-4BCF-81F2-609474DDE2C2}"/>
              </a:ext>
            </a:extLst>
          </p:cNvPr>
          <p:cNvSpPr/>
          <p:nvPr/>
        </p:nvSpPr>
        <p:spPr>
          <a:xfrm>
            <a:off x="5630214" y="429495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77</a:t>
            </a:r>
            <a:endParaRPr lang="en-CA" sz="9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161E341-592A-2884-5DE3-1FE59A721395}"/>
              </a:ext>
            </a:extLst>
          </p:cNvPr>
          <p:cNvSpPr/>
          <p:nvPr/>
        </p:nvSpPr>
        <p:spPr>
          <a:xfrm>
            <a:off x="5834071" y="405208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78</a:t>
            </a:r>
            <a:endParaRPr lang="en-CA" sz="9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9FDA4BA-70E7-AED5-69E4-0EE34914B2B9}"/>
              </a:ext>
            </a:extLst>
          </p:cNvPr>
          <p:cNvSpPr/>
          <p:nvPr/>
        </p:nvSpPr>
        <p:spPr>
          <a:xfrm>
            <a:off x="5753160" y="57628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79</a:t>
            </a:r>
            <a:endParaRPr lang="en-CA" sz="9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B2C418F-70A9-46D7-1E12-A94FB5D7D02C}"/>
              </a:ext>
            </a:extLst>
          </p:cNvPr>
          <p:cNvSpPr/>
          <p:nvPr/>
        </p:nvSpPr>
        <p:spPr>
          <a:xfrm>
            <a:off x="5917236" y="609651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80</a:t>
            </a:r>
            <a:endParaRPr lang="en-CA" sz="9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170932-8504-37C6-DF01-4A80DB820E50}"/>
              </a:ext>
            </a:extLst>
          </p:cNvPr>
          <p:cNvSpPr/>
          <p:nvPr/>
        </p:nvSpPr>
        <p:spPr>
          <a:xfrm>
            <a:off x="6230636" y="316729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81</a:t>
            </a:r>
            <a:endParaRPr lang="en-CA" sz="9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D2FB2E6-7E6D-68FF-5EE3-4CEE14D3CAA2}"/>
              </a:ext>
            </a:extLst>
          </p:cNvPr>
          <p:cNvSpPr/>
          <p:nvPr/>
        </p:nvSpPr>
        <p:spPr>
          <a:xfrm>
            <a:off x="6209894" y="36737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82</a:t>
            </a:r>
            <a:endParaRPr lang="en-CA" sz="9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4AF56D4-8F67-EBAF-9A66-914C70E1F391}"/>
              </a:ext>
            </a:extLst>
          </p:cNvPr>
          <p:cNvSpPr/>
          <p:nvPr/>
        </p:nvSpPr>
        <p:spPr>
          <a:xfrm>
            <a:off x="6419003" y="349220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83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167320D-3A93-1EDF-6F55-1F456658FAF6}"/>
              </a:ext>
            </a:extLst>
          </p:cNvPr>
          <p:cNvSpPr/>
          <p:nvPr/>
        </p:nvSpPr>
        <p:spPr>
          <a:xfrm>
            <a:off x="6558690" y="4294955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84</a:t>
            </a:r>
            <a:endParaRPr lang="en-CA" sz="9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A0C03B8-49DF-DE29-9695-6F28B7633566}"/>
              </a:ext>
            </a:extLst>
          </p:cNvPr>
          <p:cNvSpPr/>
          <p:nvPr/>
        </p:nvSpPr>
        <p:spPr>
          <a:xfrm>
            <a:off x="6331660" y="4053406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85</a:t>
            </a:r>
            <a:endParaRPr lang="en-CA" sz="9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47F5C0C-7810-2E3D-0B37-78BD8C0DBF8C}"/>
              </a:ext>
            </a:extLst>
          </p:cNvPr>
          <p:cNvSpPr/>
          <p:nvPr/>
        </p:nvSpPr>
        <p:spPr>
          <a:xfrm>
            <a:off x="6399974" y="5762839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86</a:t>
            </a:r>
            <a:endParaRPr lang="en-CA" sz="9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D8693BE-D1D3-C5BF-49B4-1594F55AE46B}"/>
              </a:ext>
            </a:extLst>
          </p:cNvPr>
          <p:cNvSpPr/>
          <p:nvPr/>
        </p:nvSpPr>
        <p:spPr>
          <a:xfrm>
            <a:off x="6253769" y="609651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87</a:t>
            </a:r>
            <a:endParaRPr lang="en-CA" sz="9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9160376-5979-24FA-430C-0F288D642A59}"/>
              </a:ext>
            </a:extLst>
          </p:cNvPr>
          <p:cNvSpPr/>
          <p:nvPr/>
        </p:nvSpPr>
        <p:spPr>
          <a:xfrm>
            <a:off x="5701330" y="1097768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49</a:t>
            </a:r>
            <a:endParaRPr lang="en-CA" sz="900" dirty="0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F605398-314B-8B6F-649C-90E046DD6519}"/>
              </a:ext>
            </a:extLst>
          </p:cNvPr>
          <p:cNvSpPr/>
          <p:nvPr/>
        </p:nvSpPr>
        <p:spPr>
          <a:xfrm>
            <a:off x="5859301" y="496456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50</a:t>
            </a:r>
            <a:endParaRPr lang="en-CA" sz="900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58E9205-8254-4247-F2DD-FA034B10F3EE}"/>
              </a:ext>
            </a:extLst>
          </p:cNvPr>
          <p:cNvSpPr/>
          <p:nvPr/>
        </p:nvSpPr>
        <p:spPr>
          <a:xfrm>
            <a:off x="6099681" y="1270903"/>
            <a:ext cx="124933" cy="132012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56</a:t>
            </a:r>
            <a:endParaRPr lang="en-CA" sz="900" dirty="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1D5AA43-DCC8-63F4-7C4B-4797A16205ED}"/>
              </a:ext>
            </a:extLst>
          </p:cNvPr>
          <p:cNvSpPr/>
          <p:nvPr/>
        </p:nvSpPr>
        <p:spPr>
          <a:xfrm>
            <a:off x="6875702" y="262071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6630E3A-171D-A20E-8648-3EB5394F75FE}"/>
              </a:ext>
            </a:extLst>
          </p:cNvPr>
          <p:cNvSpPr/>
          <p:nvPr/>
        </p:nvSpPr>
        <p:spPr>
          <a:xfrm>
            <a:off x="7282596" y="2926352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61</a:t>
            </a:r>
            <a:endParaRPr lang="en-CA" sz="900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96F8A53-AE78-045B-5F57-01D4421F022F}"/>
              </a:ext>
            </a:extLst>
          </p:cNvPr>
          <p:cNvCxnSpPr>
            <a:cxnSpLocks/>
          </p:cNvCxnSpPr>
          <p:nvPr/>
        </p:nvCxnSpPr>
        <p:spPr>
          <a:xfrm>
            <a:off x="6055341" y="1988661"/>
            <a:ext cx="206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8317953A-6D58-CDA0-220E-0240D1EC5AD3}"/>
              </a:ext>
            </a:extLst>
          </p:cNvPr>
          <p:cNvSpPr/>
          <p:nvPr/>
        </p:nvSpPr>
        <p:spPr>
          <a:xfrm>
            <a:off x="6129228" y="2077583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65</a:t>
            </a:r>
            <a:endParaRPr lang="en-CA" sz="900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FF90A39-DD59-7710-B592-4F1B119367B9}"/>
              </a:ext>
            </a:extLst>
          </p:cNvPr>
          <p:cNvCxnSpPr>
            <a:cxnSpLocks/>
            <a:endCxn id="75" idx="2"/>
          </p:cNvCxnSpPr>
          <p:nvPr/>
        </p:nvCxnSpPr>
        <p:spPr>
          <a:xfrm>
            <a:off x="6043236" y="2128756"/>
            <a:ext cx="85992" cy="15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3B1A5CF-0CF2-B9C0-1C39-1AED4CCC359D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6023071" y="2192421"/>
            <a:ext cx="131815" cy="105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D030CDE-1EFF-AAF2-20D9-3AF304B74524}"/>
              </a:ext>
            </a:extLst>
          </p:cNvPr>
          <p:cNvCxnSpPr>
            <a:cxnSpLocks/>
            <a:endCxn id="42" idx="7"/>
          </p:cNvCxnSpPr>
          <p:nvPr/>
        </p:nvCxnSpPr>
        <p:spPr>
          <a:xfrm flipH="1">
            <a:off x="5915674" y="2377814"/>
            <a:ext cx="111295" cy="25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0DDD413C-3CB8-802B-6C09-B8961FE1A7AB}"/>
              </a:ext>
            </a:extLst>
          </p:cNvPr>
          <p:cNvSpPr/>
          <p:nvPr/>
        </p:nvSpPr>
        <p:spPr>
          <a:xfrm>
            <a:off x="6230636" y="2459328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70</a:t>
            </a:r>
            <a:endParaRPr lang="en-CA" sz="9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4354BB8-52AC-B331-B8D6-5727E21931E5}"/>
              </a:ext>
            </a:extLst>
          </p:cNvPr>
          <p:cNvSpPr/>
          <p:nvPr/>
        </p:nvSpPr>
        <p:spPr>
          <a:xfrm>
            <a:off x="6262336" y="2660847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71</a:t>
            </a:r>
            <a:endParaRPr lang="en-CA" sz="9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4A4C1B6-F282-8A72-BF7A-808FD1C71CAA}"/>
              </a:ext>
            </a:extLst>
          </p:cNvPr>
          <p:cNvSpPr/>
          <p:nvPr/>
        </p:nvSpPr>
        <p:spPr>
          <a:xfrm>
            <a:off x="5678523" y="2841574"/>
            <a:ext cx="126000" cy="133200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72</a:t>
            </a:r>
            <a:endParaRPr lang="en-CA" sz="900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2035AE0-D68A-388D-EB5E-08EBC2AF0A19}"/>
              </a:ext>
            </a:extLst>
          </p:cNvPr>
          <p:cNvCxnSpPr>
            <a:cxnSpLocks/>
          </p:cNvCxnSpPr>
          <p:nvPr/>
        </p:nvCxnSpPr>
        <p:spPr>
          <a:xfrm>
            <a:off x="6061963" y="2736148"/>
            <a:ext cx="206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65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93</Words>
  <Application>Microsoft Office PowerPoint</Application>
  <PresentationFormat>Widescreen</PresentationFormat>
  <Paragraphs>93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cbn@student.ubc.ca</dc:creator>
  <cp:lastModifiedBy>cbn@student.ubc.ca</cp:lastModifiedBy>
  <cp:revision>13</cp:revision>
  <cp:lastPrinted>2025-02-03T20:47:41Z</cp:lastPrinted>
  <dcterms:created xsi:type="dcterms:W3CDTF">2025-02-03T19:23:46Z</dcterms:created>
  <dcterms:modified xsi:type="dcterms:W3CDTF">2025-02-03T23:22:26Z</dcterms:modified>
</cp:coreProperties>
</file>