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7"/>
  </p:notesMasterIdLst>
  <p:sldIdLst>
    <p:sldId id="256" r:id="rId6"/>
  </p:sldIdLst>
  <p:sldSz cx="39600188" cy="39600188"/>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Aptos" panose="020B0004020202020204" pitchFamily="34" charset="0"/>
        <a:ea typeface="+mn-ea"/>
        <a:cs typeface="+mn-cs"/>
      </a:defRPr>
    </a:lvl5pPr>
    <a:lvl6pPr marL="2286000" algn="l" defTabSz="914400" rtl="0" eaLnBrk="1" latinLnBrk="0" hangingPunct="1">
      <a:defRPr kern="1200">
        <a:solidFill>
          <a:schemeClr val="tx1"/>
        </a:solidFill>
        <a:latin typeface="Aptos" panose="020B0004020202020204" pitchFamily="34" charset="0"/>
        <a:ea typeface="+mn-ea"/>
        <a:cs typeface="+mn-cs"/>
      </a:defRPr>
    </a:lvl6pPr>
    <a:lvl7pPr marL="2743200" algn="l" defTabSz="914400" rtl="0" eaLnBrk="1" latinLnBrk="0" hangingPunct="1">
      <a:defRPr kern="1200">
        <a:solidFill>
          <a:schemeClr val="tx1"/>
        </a:solidFill>
        <a:latin typeface="Aptos" panose="020B0004020202020204" pitchFamily="34" charset="0"/>
        <a:ea typeface="+mn-ea"/>
        <a:cs typeface="+mn-cs"/>
      </a:defRPr>
    </a:lvl7pPr>
    <a:lvl8pPr marL="3200400" algn="l" defTabSz="914400" rtl="0" eaLnBrk="1" latinLnBrk="0" hangingPunct="1">
      <a:defRPr kern="1200">
        <a:solidFill>
          <a:schemeClr val="tx1"/>
        </a:solidFill>
        <a:latin typeface="Aptos" panose="020B0004020202020204" pitchFamily="34" charset="0"/>
        <a:ea typeface="+mn-ea"/>
        <a:cs typeface="+mn-cs"/>
      </a:defRPr>
    </a:lvl8pPr>
    <a:lvl9pPr marL="3657600" algn="l" defTabSz="914400" rtl="0" eaLnBrk="1" latinLnBrk="0" hangingPunct="1">
      <a:defRPr kern="1200">
        <a:solidFill>
          <a:schemeClr val="tx1"/>
        </a:solidFill>
        <a:latin typeface="Aptos" panose="020B0004020202020204" pitchFamily="34" charset="0"/>
        <a:ea typeface="+mn-ea"/>
        <a:cs typeface="+mn-cs"/>
      </a:defRPr>
    </a:lvl9pPr>
  </p:defaultTextStyle>
  <p:extLst>
    <p:ext uri="{EFAFB233-063F-42B5-8137-9DF3F51BA10A}">
      <p15:sldGuideLst xmlns:p15="http://schemas.microsoft.com/office/powerpoint/2012/main">
        <p15:guide id="1" orient="horz" pos="12473">
          <p15:clr>
            <a:srgbClr val="A4A3A4"/>
          </p15:clr>
        </p15:guide>
        <p15:guide id="2" pos="134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5AA6"/>
    <a:srgbClr val="0DBFD5"/>
    <a:srgbClr val="1C1C1C"/>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2977" autoAdjust="0"/>
  </p:normalViewPr>
  <p:slideViewPr>
    <p:cSldViewPr>
      <p:cViewPr>
        <p:scale>
          <a:sx n="60" d="100"/>
          <a:sy n="60" d="100"/>
        </p:scale>
        <p:origin x="42" y="-1428"/>
      </p:cViewPr>
      <p:guideLst>
        <p:guide orient="horz" pos="12473"/>
        <p:guide pos="134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0C9E9B1-3A42-9683-71CD-C9DA624CFD26}"/>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5" name="Rectangle 3">
            <a:extLst>
              <a:ext uri="{FF2B5EF4-FFF2-40B4-BE49-F238E27FC236}">
                <a16:creationId xmlns:a16="http://schemas.microsoft.com/office/drawing/2014/main" id="{CA8F40FB-F319-2C2B-2127-C6F804B6979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CA" altLang="en-US"/>
          </a:p>
        </p:txBody>
      </p:sp>
      <p:sp>
        <p:nvSpPr>
          <p:cNvPr id="2052" name="Rectangle 4">
            <a:extLst>
              <a:ext uri="{FF2B5EF4-FFF2-40B4-BE49-F238E27FC236}">
                <a16:creationId xmlns:a16="http://schemas.microsoft.com/office/drawing/2014/main" id="{4A924002-116D-24FA-DBAE-D1E9174E8268}"/>
              </a:ext>
            </a:extLst>
          </p:cNvPr>
          <p:cNvSpPr>
            <a:spLocks noGrp="1" noRot="1" noChangeAspect="1" noChangeArrowheads="1" noTextEdit="1"/>
          </p:cNvSpPr>
          <p:nvPr>
            <p:ph type="sldImg" idx="2"/>
          </p:nvPr>
        </p:nvSpPr>
        <p:spPr bwMode="auto">
          <a:xfrm>
            <a:off x="1714500" y="685800"/>
            <a:ext cx="3429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16F31EF3-E9D7-5F10-761F-F2DF724E2356}"/>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3078" name="Rectangle 6">
            <a:extLst>
              <a:ext uri="{FF2B5EF4-FFF2-40B4-BE49-F238E27FC236}">
                <a16:creationId xmlns:a16="http://schemas.microsoft.com/office/drawing/2014/main" id="{8BAD7040-1EF4-9C5F-D1DE-E32209D619D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9" name="Rectangle 7">
            <a:extLst>
              <a:ext uri="{FF2B5EF4-FFF2-40B4-BE49-F238E27FC236}">
                <a16:creationId xmlns:a16="http://schemas.microsoft.com/office/drawing/2014/main" id="{64A66D67-DBF9-0FFE-5583-192D71C69179}"/>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3DE46B9B-EA8D-4A6D-AD0E-99CF24203121}"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1pPr>
    <a:lvl2pPr marL="41116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2pPr>
    <a:lvl3pPr marL="82391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3pPr>
    <a:lvl4pPr marL="123666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4pPr>
    <a:lvl5pPr marL="1649413" algn="l" rtl="0" eaLnBrk="0" fontAlgn="base" hangingPunct="0">
      <a:spcBef>
        <a:spcPct val="30000"/>
      </a:spcBef>
      <a:spcAft>
        <a:spcPct val="0"/>
      </a:spcAft>
      <a:defRPr sz="1000" kern="1200">
        <a:solidFill>
          <a:schemeClr val="tx1"/>
        </a:solidFill>
        <a:latin typeface="Arial" panose="020B0604020202020204" pitchFamily="34" charset="0"/>
        <a:ea typeface="+mn-ea"/>
        <a:cs typeface="+mn-cs"/>
      </a:defRPr>
    </a:lvl5pPr>
    <a:lvl6pPr marL="2062429" algn="l" defTabSz="824972" rtl="0" eaLnBrk="1" latinLnBrk="0" hangingPunct="1">
      <a:defRPr sz="1083" kern="1200">
        <a:solidFill>
          <a:schemeClr val="tx1"/>
        </a:solidFill>
        <a:latin typeface="+mn-lt"/>
        <a:ea typeface="+mn-ea"/>
        <a:cs typeface="+mn-cs"/>
      </a:defRPr>
    </a:lvl6pPr>
    <a:lvl7pPr marL="2474915" algn="l" defTabSz="824972" rtl="0" eaLnBrk="1" latinLnBrk="0" hangingPunct="1">
      <a:defRPr sz="1083" kern="1200">
        <a:solidFill>
          <a:schemeClr val="tx1"/>
        </a:solidFill>
        <a:latin typeface="+mn-lt"/>
        <a:ea typeface="+mn-ea"/>
        <a:cs typeface="+mn-cs"/>
      </a:defRPr>
    </a:lvl7pPr>
    <a:lvl8pPr marL="2887401" algn="l" defTabSz="824972" rtl="0" eaLnBrk="1" latinLnBrk="0" hangingPunct="1">
      <a:defRPr sz="1083" kern="1200">
        <a:solidFill>
          <a:schemeClr val="tx1"/>
        </a:solidFill>
        <a:latin typeface="+mn-lt"/>
        <a:ea typeface="+mn-ea"/>
        <a:cs typeface="+mn-cs"/>
      </a:defRPr>
    </a:lvl8pPr>
    <a:lvl9pPr marL="3299887" algn="l" defTabSz="824972" rtl="0" eaLnBrk="1" latinLnBrk="0" hangingPunct="1">
      <a:defRPr sz="108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4A035B8D-FB03-A2EB-78C9-A4B02081614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eaLnBrk="0" fontAlgn="base" hangingPunct="0">
              <a:spcBef>
                <a:spcPct val="0"/>
              </a:spcBef>
              <a:spcAft>
                <a:spcPct val="0"/>
              </a:spcAft>
              <a:defRPr>
                <a:solidFill>
                  <a:schemeClr val="tx1"/>
                </a:solidFill>
                <a:latin typeface="Aptos" panose="020B0004020202020204" pitchFamily="34" charset="0"/>
              </a:defRPr>
            </a:lvl6pPr>
            <a:lvl7pPr marL="2971800" indent="-228600" defTabSz="457200" eaLnBrk="0" fontAlgn="base" hangingPunct="0">
              <a:spcBef>
                <a:spcPct val="0"/>
              </a:spcBef>
              <a:spcAft>
                <a:spcPct val="0"/>
              </a:spcAft>
              <a:defRPr>
                <a:solidFill>
                  <a:schemeClr val="tx1"/>
                </a:solidFill>
                <a:latin typeface="Aptos" panose="020B0004020202020204" pitchFamily="34" charset="0"/>
              </a:defRPr>
            </a:lvl7pPr>
            <a:lvl8pPr marL="3429000" indent="-228600" defTabSz="457200" eaLnBrk="0" fontAlgn="base" hangingPunct="0">
              <a:spcBef>
                <a:spcPct val="0"/>
              </a:spcBef>
              <a:spcAft>
                <a:spcPct val="0"/>
              </a:spcAft>
              <a:defRPr>
                <a:solidFill>
                  <a:schemeClr val="tx1"/>
                </a:solidFill>
                <a:latin typeface="Aptos" panose="020B0004020202020204" pitchFamily="34" charset="0"/>
              </a:defRPr>
            </a:lvl8pPr>
            <a:lvl9pPr marL="3886200" indent="-228600" defTabSz="457200" eaLnBrk="0" fontAlgn="base" hangingPunct="0">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2DE2AF6C-FEA4-4A6B-A640-839DA3F90158}" type="slidenum">
              <a:rPr lang="en-CA" altLang="en-US" smtClean="0">
                <a:latin typeface="Arial" panose="020B0604020202020204" pitchFamily="34" charset="0"/>
              </a:rPr>
              <a:pPr fontAlgn="base">
                <a:spcBef>
                  <a:spcPct val="0"/>
                </a:spcBef>
                <a:spcAft>
                  <a:spcPct val="0"/>
                </a:spcAft>
              </a:pPr>
              <a:t>1</a:t>
            </a:fld>
            <a:endParaRPr lang="en-CA" altLang="en-US">
              <a:latin typeface="Arial" panose="020B0604020202020204" pitchFamily="34" charset="0"/>
            </a:endParaRPr>
          </a:p>
        </p:txBody>
      </p:sp>
      <p:sp>
        <p:nvSpPr>
          <p:cNvPr id="4099" name="Rectangle 2">
            <a:extLst>
              <a:ext uri="{FF2B5EF4-FFF2-40B4-BE49-F238E27FC236}">
                <a16:creationId xmlns:a16="http://schemas.microsoft.com/office/drawing/2014/main" id="{1426E158-DD4E-A21F-256B-2928FD2D7756}"/>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F89F4745-E34C-D72F-7788-275A6D71F64A}"/>
              </a:ext>
            </a:extLst>
          </p:cNvPr>
          <p:cNvSpPr>
            <a:spLocks noGrp="1" noChangeArrowheads="1"/>
          </p:cNvSpPr>
          <p:nvPr>
            <p:ph type="body" idx="1"/>
          </p:nvPr>
        </p:nvSpPr>
        <p:spPr/>
        <p:txBody>
          <a:bodyPr/>
          <a:lstStyle/>
          <a:p>
            <a:pPr eaLnBrk="1" hangingPunct="1">
              <a:defRPr/>
            </a:pPr>
            <a:r>
              <a:rPr lang="en-US" altLang="en-US" sz="1083" dirty="0"/>
              <a:t>LINE SPACING IS 12</a:t>
            </a:r>
          </a:p>
          <a:p>
            <a:pPr eaLnBrk="1" hangingPunct="1">
              <a:defRPr/>
            </a:pPr>
            <a:endParaRPr lang="en-US" altLang="en-US" sz="1083" dirty="0"/>
          </a:p>
          <a:p>
            <a:pPr eaLnBrk="1" hangingPunct="1">
              <a:defRPr/>
            </a:pPr>
            <a:r>
              <a:rPr lang="en-US" altLang="en-US" sz="1083" dirty="0"/>
              <a:t>1[] </a:t>
            </a:r>
            <a:r>
              <a:rPr lang="en-US" altLang="en-US" sz="1083" dirty="0" err="1"/>
              <a:t>vandyk</a:t>
            </a:r>
            <a:r>
              <a:rPr lang="en-US" altLang="en-US" sz="1083" dirty="0"/>
              <a:t> </a:t>
            </a:r>
            <a:r>
              <a:rPr lang="en-US" altLang="en-US" sz="1083" dirty="0" err="1"/>
              <a:t>icrp</a:t>
            </a:r>
            <a:endParaRPr lang="en-US" altLang="en-US" sz="1083" dirty="0"/>
          </a:p>
          <a:p>
            <a:pPr eaLnBrk="1" hangingPunct="1">
              <a:defRPr/>
            </a:pPr>
            <a:r>
              <a:rPr lang="en-US" altLang="en-US" sz="1083" dirty="0"/>
              <a:t>[2] </a:t>
            </a:r>
            <a:r>
              <a:rPr lang="en-US" altLang="en-US" sz="1083" dirty="0" err="1"/>
              <a:t>su</a:t>
            </a:r>
            <a:r>
              <a:rPr lang="en-US" altLang="en-US" sz="1083" dirty="0"/>
              <a:t> 4ddose</a:t>
            </a:r>
          </a:p>
          <a:p>
            <a:pPr eaLnBrk="1" hangingPunct="1">
              <a:defRPr/>
            </a:pPr>
            <a:r>
              <a:rPr lang="en-US" altLang="en-US" sz="1083" dirty="0"/>
              <a:t>[3] </a:t>
            </a:r>
            <a:r>
              <a:rPr lang="en-US" altLang="en-US" sz="1083" dirty="0" err="1"/>
              <a:t>perdikaris</a:t>
            </a:r>
            <a:r>
              <a:rPr lang="en-US" altLang="en-US" sz="1083" dirty="0"/>
              <a:t> et al 2016</a:t>
            </a:r>
          </a:p>
          <a:p>
            <a:pPr eaLnBrk="1" hangingPunct="1">
              <a:defRPr/>
            </a:pPr>
            <a:r>
              <a:rPr lang="en-US" altLang="en-US" sz="1083" dirty="0"/>
              <a:t>[4] segars 2010</a:t>
            </a:r>
          </a:p>
          <a:p>
            <a:pPr eaLnBrk="1" hangingPunct="1">
              <a:defRPr/>
            </a:pPr>
            <a:r>
              <a:rPr lang="en-US" altLang="en-US" sz="1083" dirty="0"/>
              <a:t>[5] </a:t>
            </a:r>
            <a:r>
              <a:rPr lang="en-US" altLang="en-US" sz="1083" dirty="0" err="1"/>
              <a:t>alastruely</a:t>
            </a:r>
            <a:r>
              <a:rPr lang="en-US" altLang="en-US" sz="1083" dirty="0"/>
              <a:t> 2012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70014" y="6480867"/>
            <a:ext cx="33660160" cy="13786732"/>
          </a:xfrm>
        </p:spPr>
        <p:txBody>
          <a:bodyPr anchor="b"/>
          <a:lstStyle>
            <a:lvl1pPr algn="ctr">
              <a:defRPr sz="25984"/>
            </a:lvl1pPr>
          </a:lstStyle>
          <a:p>
            <a:r>
              <a:rPr lang="en-US"/>
              <a:t>Click to edit Master title style</a:t>
            </a:r>
            <a:endParaRPr lang="en-US" dirty="0"/>
          </a:p>
        </p:txBody>
      </p:sp>
      <p:sp>
        <p:nvSpPr>
          <p:cNvPr id="3" name="Subtitle 2"/>
          <p:cNvSpPr>
            <a:spLocks noGrp="1"/>
          </p:cNvSpPr>
          <p:nvPr>
            <p:ph type="subTitle" idx="1"/>
          </p:nvPr>
        </p:nvSpPr>
        <p:spPr>
          <a:xfrm>
            <a:off x="4950024" y="20799268"/>
            <a:ext cx="29700141" cy="9560876"/>
          </a:xfrm>
        </p:spPr>
        <p:txBody>
          <a:bodyPr/>
          <a:lstStyle>
            <a:lvl1pPr marL="0" indent="0" algn="ctr">
              <a:buNone/>
              <a:defRPr sz="10394"/>
            </a:lvl1pPr>
            <a:lvl2pPr marL="1979996" indent="0" algn="ctr">
              <a:buNone/>
              <a:defRPr sz="8661"/>
            </a:lvl2pPr>
            <a:lvl3pPr marL="3959992" indent="0" algn="ctr">
              <a:buNone/>
              <a:defRPr sz="7795"/>
            </a:lvl3pPr>
            <a:lvl4pPr marL="5939988" indent="0" algn="ctr">
              <a:buNone/>
              <a:defRPr sz="6929"/>
            </a:lvl4pPr>
            <a:lvl5pPr marL="7919984" indent="0" algn="ctr">
              <a:buNone/>
              <a:defRPr sz="6929"/>
            </a:lvl5pPr>
            <a:lvl6pPr marL="9899980" indent="0" algn="ctr">
              <a:buNone/>
              <a:defRPr sz="6929"/>
            </a:lvl6pPr>
            <a:lvl7pPr marL="11879976" indent="0" algn="ctr">
              <a:buNone/>
              <a:defRPr sz="6929"/>
            </a:lvl7pPr>
            <a:lvl8pPr marL="13859972" indent="0" algn="ctr">
              <a:buNone/>
              <a:defRPr sz="6929"/>
            </a:lvl8pPr>
            <a:lvl9pPr marL="15839968" indent="0" algn="ctr">
              <a:buNone/>
              <a:defRPr sz="6929"/>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787E15-B852-279C-D09D-8C04068AF29A}"/>
              </a:ext>
            </a:extLst>
          </p:cNvPr>
          <p:cNvSpPr>
            <a:spLocks noGrp="1"/>
          </p:cNvSpPr>
          <p:nvPr>
            <p:ph type="dt" sz="half" idx="10"/>
          </p:nvPr>
        </p:nvSpPr>
        <p:spPr/>
        <p:txBody>
          <a:bodyPr/>
          <a:lstStyle>
            <a:lvl1pPr>
              <a:defRPr/>
            </a:lvl1pPr>
          </a:lstStyle>
          <a:p>
            <a:pPr>
              <a:defRPr/>
            </a:pPr>
            <a:fld id="{6476DD2E-009F-4EE2-B0BD-7B0A6A210ABD}" type="datetimeFigureOut">
              <a:rPr lang="en-US"/>
              <a:pPr>
                <a:defRPr/>
              </a:pPr>
              <a:t>7/7/2026</a:t>
            </a:fld>
            <a:endParaRPr lang="en-US"/>
          </a:p>
        </p:txBody>
      </p:sp>
      <p:sp>
        <p:nvSpPr>
          <p:cNvPr id="5" name="Footer Placeholder 4">
            <a:extLst>
              <a:ext uri="{FF2B5EF4-FFF2-40B4-BE49-F238E27FC236}">
                <a16:creationId xmlns:a16="http://schemas.microsoft.com/office/drawing/2014/main" id="{68492AD7-1624-E461-3D0A-D16C28D8402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626E14E-00F0-BD4E-59C6-E4B1023FD4B8}"/>
              </a:ext>
            </a:extLst>
          </p:cNvPr>
          <p:cNvSpPr>
            <a:spLocks noGrp="1"/>
          </p:cNvSpPr>
          <p:nvPr>
            <p:ph type="sldNum" sz="quarter" idx="12"/>
          </p:nvPr>
        </p:nvSpPr>
        <p:spPr/>
        <p:txBody>
          <a:bodyPr/>
          <a:lstStyle>
            <a:lvl1pPr>
              <a:defRPr/>
            </a:lvl1pPr>
          </a:lstStyle>
          <a:p>
            <a:pPr>
              <a:defRPr/>
            </a:pPr>
            <a:fld id="{EAB9F129-13FC-458A-8B45-974E359C5144}" type="slidenum">
              <a:rPr lang="en-US"/>
              <a:pPr>
                <a:defRPr/>
              </a:pPr>
              <a:t>‹#›</a:t>
            </a:fld>
            <a:endParaRPr lang="en-US"/>
          </a:p>
        </p:txBody>
      </p:sp>
    </p:spTree>
    <p:extLst>
      <p:ext uri="{BB962C8B-B14F-4D97-AF65-F5344CB8AC3E}">
        <p14:creationId xmlns:p14="http://schemas.microsoft.com/office/powerpoint/2010/main" val="3661325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0C8BEAF-DEF8-20D3-1C00-F5E51839629C}"/>
              </a:ext>
            </a:extLst>
          </p:cNvPr>
          <p:cNvSpPr>
            <a:spLocks noGrp="1"/>
          </p:cNvSpPr>
          <p:nvPr>
            <p:ph type="dt" sz="half" idx="10"/>
          </p:nvPr>
        </p:nvSpPr>
        <p:spPr/>
        <p:txBody>
          <a:bodyPr/>
          <a:lstStyle>
            <a:lvl1pPr>
              <a:defRPr/>
            </a:lvl1pPr>
          </a:lstStyle>
          <a:p>
            <a:pPr>
              <a:defRPr/>
            </a:pPr>
            <a:fld id="{43A7A093-D325-46FD-8A0A-1146CB9F0208}" type="datetimeFigureOut">
              <a:rPr lang="en-US"/>
              <a:pPr>
                <a:defRPr/>
              </a:pPr>
              <a:t>7/7/2026</a:t>
            </a:fld>
            <a:endParaRPr lang="en-US"/>
          </a:p>
        </p:txBody>
      </p:sp>
      <p:sp>
        <p:nvSpPr>
          <p:cNvPr id="5" name="Footer Placeholder 4">
            <a:extLst>
              <a:ext uri="{FF2B5EF4-FFF2-40B4-BE49-F238E27FC236}">
                <a16:creationId xmlns:a16="http://schemas.microsoft.com/office/drawing/2014/main" id="{5DFE1606-312F-F9FF-DF2C-73D2122677D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3FDF58A-065F-CDEA-60FF-FFB5E393F310}"/>
              </a:ext>
            </a:extLst>
          </p:cNvPr>
          <p:cNvSpPr>
            <a:spLocks noGrp="1"/>
          </p:cNvSpPr>
          <p:nvPr>
            <p:ph type="sldNum" sz="quarter" idx="12"/>
          </p:nvPr>
        </p:nvSpPr>
        <p:spPr/>
        <p:txBody>
          <a:bodyPr/>
          <a:lstStyle>
            <a:lvl1pPr>
              <a:defRPr/>
            </a:lvl1pPr>
          </a:lstStyle>
          <a:p>
            <a:pPr>
              <a:defRPr/>
            </a:pPr>
            <a:fld id="{0DE1ECD4-B4F7-4525-B163-5CF74116900A}" type="slidenum">
              <a:rPr lang="en-US"/>
              <a:pPr>
                <a:defRPr/>
              </a:pPr>
              <a:t>‹#›</a:t>
            </a:fld>
            <a:endParaRPr lang="en-US"/>
          </a:p>
        </p:txBody>
      </p:sp>
    </p:spTree>
    <p:extLst>
      <p:ext uri="{BB962C8B-B14F-4D97-AF65-F5344CB8AC3E}">
        <p14:creationId xmlns:p14="http://schemas.microsoft.com/office/powerpoint/2010/main" val="2599574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01890" y="9872559"/>
            <a:ext cx="34155162" cy="16472575"/>
          </a:xfrm>
        </p:spPr>
        <p:txBody>
          <a:bodyPr anchor="b"/>
          <a:lstStyle>
            <a:lvl1pPr>
              <a:defRPr sz="25984"/>
            </a:lvl1pPr>
          </a:lstStyle>
          <a:p>
            <a:r>
              <a:rPr lang="en-US"/>
              <a:t>Click to edit Master title style</a:t>
            </a:r>
            <a:endParaRPr lang="en-US" dirty="0"/>
          </a:p>
        </p:txBody>
      </p:sp>
      <p:sp>
        <p:nvSpPr>
          <p:cNvPr id="3" name="Text Placeholder 2"/>
          <p:cNvSpPr>
            <a:spLocks noGrp="1"/>
          </p:cNvSpPr>
          <p:nvPr>
            <p:ph type="body" idx="1"/>
          </p:nvPr>
        </p:nvSpPr>
        <p:spPr>
          <a:xfrm>
            <a:off x="2701890" y="26500971"/>
            <a:ext cx="34155162" cy="8662538"/>
          </a:xfrm>
        </p:spPr>
        <p:txBody>
          <a:bodyPr/>
          <a:lstStyle>
            <a:lvl1pPr marL="0" indent="0">
              <a:buNone/>
              <a:defRPr sz="10394">
                <a:solidFill>
                  <a:schemeClr val="tx1">
                    <a:tint val="82000"/>
                  </a:schemeClr>
                </a:solidFill>
              </a:defRPr>
            </a:lvl1pPr>
            <a:lvl2pPr marL="1979996" indent="0">
              <a:buNone/>
              <a:defRPr sz="8661">
                <a:solidFill>
                  <a:schemeClr val="tx1">
                    <a:tint val="82000"/>
                  </a:schemeClr>
                </a:solidFill>
              </a:defRPr>
            </a:lvl2pPr>
            <a:lvl3pPr marL="3959992" indent="0">
              <a:buNone/>
              <a:defRPr sz="7795">
                <a:solidFill>
                  <a:schemeClr val="tx1">
                    <a:tint val="82000"/>
                  </a:schemeClr>
                </a:solidFill>
              </a:defRPr>
            </a:lvl3pPr>
            <a:lvl4pPr marL="5939988" indent="0">
              <a:buNone/>
              <a:defRPr sz="6929">
                <a:solidFill>
                  <a:schemeClr val="tx1">
                    <a:tint val="82000"/>
                  </a:schemeClr>
                </a:solidFill>
              </a:defRPr>
            </a:lvl4pPr>
            <a:lvl5pPr marL="7919984" indent="0">
              <a:buNone/>
              <a:defRPr sz="6929">
                <a:solidFill>
                  <a:schemeClr val="tx1">
                    <a:tint val="82000"/>
                  </a:schemeClr>
                </a:solidFill>
              </a:defRPr>
            </a:lvl5pPr>
            <a:lvl6pPr marL="9899980" indent="0">
              <a:buNone/>
              <a:defRPr sz="6929">
                <a:solidFill>
                  <a:schemeClr val="tx1">
                    <a:tint val="82000"/>
                  </a:schemeClr>
                </a:solidFill>
              </a:defRPr>
            </a:lvl6pPr>
            <a:lvl7pPr marL="11879976" indent="0">
              <a:buNone/>
              <a:defRPr sz="6929">
                <a:solidFill>
                  <a:schemeClr val="tx1">
                    <a:tint val="82000"/>
                  </a:schemeClr>
                </a:solidFill>
              </a:defRPr>
            </a:lvl7pPr>
            <a:lvl8pPr marL="13859972" indent="0">
              <a:buNone/>
              <a:defRPr sz="6929">
                <a:solidFill>
                  <a:schemeClr val="tx1">
                    <a:tint val="82000"/>
                  </a:schemeClr>
                </a:solidFill>
              </a:defRPr>
            </a:lvl8pPr>
            <a:lvl9pPr marL="15839968" indent="0">
              <a:buNone/>
              <a:defRPr sz="6929">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54D4AD-36F6-B5AA-EE5B-C10C7AE7BBAD}"/>
              </a:ext>
            </a:extLst>
          </p:cNvPr>
          <p:cNvSpPr>
            <a:spLocks noGrp="1"/>
          </p:cNvSpPr>
          <p:nvPr>
            <p:ph type="dt" sz="half" idx="10"/>
          </p:nvPr>
        </p:nvSpPr>
        <p:spPr/>
        <p:txBody>
          <a:bodyPr/>
          <a:lstStyle>
            <a:lvl1pPr>
              <a:defRPr/>
            </a:lvl1pPr>
          </a:lstStyle>
          <a:p>
            <a:pPr>
              <a:defRPr/>
            </a:pPr>
            <a:fld id="{C5EE2F08-DCFE-469C-9621-85F37117D546}" type="datetimeFigureOut">
              <a:rPr lang="en-US"/>
              <a:pPr>
                <a:defRPr/>
              </a:pPr>
              <a:t>7/7/2026</a:t>
            </a:fld>
            <a:endParaRPr lang="en-US"/>
          </a:p>
        </p:txBody>
      </p:sp>
      <p:sp>
        <p:nvSpPr>
          <p:cNvPr id="5" name="Footer Placeholder 4">
            <a:extLst>
              <a:ext uri="{FF2B5EF4-FFF2-40B4-BE49-F238E27FC236}">
                <a16:creationId xmlns:a16="http://schemas.microsoft.com/office/drawing/2014/main" id="{65F0AD67-B748-BCBA-8834-C1B2972B065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7E668FC-9C44-E28B-4CAA-2FDECC663BE1}"/>
              </a:ext>
            </a:extLst>
          </p:cNvPr>
          <p:cNvSpPr>
            <a:spLocks noGrp="1"/>
          </p:cNvSpPr>
          <p:nvPr>
            <p:ph type="sldNum" sz="quarter" idx="12"/>
          </p:nvPr>
        </p:nvSpPr>
        <p:spPr/>
        <p:txBody>
          <a:bodyPr/>
          <a:lstStyle>
            <a:lvl1pPr>
              <a:defRPr/>
            </a:lvl1pPr>
          </a:lstStyle>
          <a:p>
            <a:pPr>
              <a:defRPr/>
            </a:pPr>
            <a:fld id="{8B8FE142-AB7D-4EBC-8636-B88EC026793C}" type="slidenum">
              <a:rPr lang="en-US"/>
              <a:pPr>
                <a:defRPr/>
              </a:pPr>
              <a:t>‹#›</a:t>
            </a:fld>
            <a:endParaRPr lang="en-US"/>
          </a:p>
        </p:txBody>
      </p:sp>
    </p:spTree>
    <p:extLst>
      <p:ext uri="{BB962C8B-B14F-4D97-AF65-F5344CB8AC3E}">
        <p14:creationId xmlns:p14="http://schemas.microsoft.com/office/powerpoint/2010/main" val="343831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22513" y="10541716"/>
            <a:ext cx="16830080" cy="25125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0047595" y="10541716"/>
            <a:ext cx="16830080" cy="25125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671ED8BC-47D1-1007-8066-899570FBBCD2}"/>
              </a:ext>
            </a:extLst>
          </p:cNvPr>
          <p:cNvSpPr>
            <a:spLocks noGrp="1"/>
          </p:cNvSpPr>
          <p:nvPr>
            <p:ph type="dt" sz="half" idx="10"/>
          </p:nvPr>
        </p:nvSpPr>
        <p:spPr/>
        <p:txBody>
          <a:bodyPr/>
          <a:lstStyle>
            <a:lvl1pPr>
              <a:defRPr/>
            </a:lvl1pPr>
          </a:lstStyle>
          <a:p>
            <a:pPr>
              <a:defRPr/>
            </a:pPr>
            <a:fld id="{CA92916B-B336-48A2-877A-4E1A732C2B55}" type="datetimeFigureOut">
              <a:rPr lang="en-US"/>
              <a:pPr>
                <a:defRPr/>
              </a:pPr>
              <a:t>7/7/2026</a:t>
            </a:fld>
            <a:endParaRPr lang="en-US"/>
          </a:p>
        </p:txBody>
      </p:sp>
      <p:sp>
        <p:nvSpPr>
          <p:cNvPr id="6" name="Footer Placeholder 4">
            <a:extLst>
              <a:ext uri="{FF2B5EF4-FFF2-40B4-BE49-F238E27FC236}">
                <a16:creationId xmlns:a16="http://schemas.microsoft.com/office/drawing/2014/main" id="{F1902245-1DF1-4FF1-678B-6F5BC4527D6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FFB65CD-E6C5-5B67-9101-70991B720189}"/>
              </a:ext>
            </a:extLst>
          </p:cNvPr>
          <p:cNvSpPr>
            <a:spLocks noGrp="1"/>
          </p:cNvSpPr>
          <p:nvPr>
            <p:ph type="sldNum" sz="quarter" idx="12"/>
          </p:nvPr>
        </p:nvSpPr>
        <p:spPr/>
        <p:txBody>
          <a:bodyPr/>
          <a:lstStyle>
            <a:lvl1pPr>
              <a:defRPr/>
            </a:lvl1pPr>
          </a:lstStyle>
          <a:p>
            <a:pPr>
              <a:defRPr/>
            </a:pPr>
            <a:fld id="{5ED03D68-A8D1-462B-A4FD-E49826233636}" type="slidenum">
              <a:rPr lang="en-US"/>
              <a:pPr>
                <a:defRPr/>
              </a:pPr>
              <a:t>‹#›</a:t>
            </a:fld>
            <a:endParaRPr lang="en-US"/>
          </a:p>
        </p:txBody>
      </p:sp>
    </p:spTree>
    <p:extLst>
      <p:ext uri="{BB962C8B-B14F-4D97-AF65-F5344CB8AC3E}">
        <p14:creationId xmlns:p14="http://schemas.microsoft.com/office/powerpoint/2010/main" val="2262369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108352"/>
            <a:ext cx="34155162" cy="765420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727675" y="9707549"/>
            <a:ext cx="16752733" cy="4757520"/>
          </a:xfrm>
        </p:spPr>
        <p:txBody>
          <a:bodyPr anchor="b"/>
          <a:lstStyle>
            <a:lvl1pPr marL="0" indent="0">
              <a:buNone/>
              <a:defRPr sz="10394" b="1"/>
            </a:lvl1pPr>
            <a:lvl2pPr marL="1979996" indent="0">
              <a:buNone/>
              <a:defRPr sz="8661" b="1"/>
            </a:lvl2pPr>
            <a:lvl3pPr marL="3959992" indent="0">
              <a:buNone/>
              <a:defRPr sz="7795" b="1"/>
            </a:lvl3pPr>
            <a:lvl4pPr marL="5939988" indent="0">
              <a:buNone/>
              <a:defRPr sz="6929" b="1"/>
            </a:lvl4pPr>
            <a:lvl5pPr marL="7919984" indent="0">
              <a:buNone/>
              <a:defRPr sz="6929" b="1"/>
            </a:lvl5pPr>
            <a:lvl6pPr marL="9899980" indent="0">
              <a:buNone/>
              <a:defRPr sz="6929" b="1"/>
            </a:lvl6pPr>
            <a:lvl7pPr marL="11879976" indent="0">
              <a:buNone/>
              <a:defRPr sz="6929" b="1"/>
            </a:lvl7pPr>
            <a:lvl8pPr marL="13859972" indent="0">
              <a:buNone/>
              <a:defRPr sz="6929" b="1"/>
            </a:lvl8pPr>
            <a:lvl9pPr marL="15839968" indent="0">
              <a:buNone/>
              <a:defRPr sz="6929" b="1"/>
            </a:lvl9pPr>
          </a:lstStyle>
          <a:p>
            <a:pPr lvl="0"/>
            <a:r>
              <a:rPr lang="en-US"/>
              <a:t>Click to edit Master text styles</a:t>
            </a:r>
          </a:p>
        </p:txBody>
      </p:sp>
      <p:sp>
        <p:nvSpPr>
          <p:cNvPr id="4" name="Content Placeholder 3"/>
          <p:cNvSpPr>
            <a:spLocks noGrp="1"/>
          </p:cNvSpPr>
          <p:nvPr>
            <p:ph sz="half" idx="2"/>
          </p:nvPr>
        </p:nvSpPr>
        <p:spPr>
          <a:xfrm>
            <a:off x="2727675" y="14465069"/>
            <a:ext cx="16752733" cy="2127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0047597" y="9707549"/>
            <a:ext cx="16835238" cy="4757520"/>
          </a:xfrm>
        </p:spPr>
        <p:txBody>
          <a:bodyPr anchor="b"/>
          <a:lstStyle>
            <a:lvl1pPr marL="0" indent="0">
              <a:buNone/>
              <a:defRPr sz="10394" b="1"/>
            </a:lvl1pPr>
            <a:lvl2pPr marL="1979996" indent="0">
              <a:buNone/>
              <a:defRPr sz="8661" b="1"/>
            </a:lvl2pPr>
            <a:lvl3pPr marL="3959992" indent="0">
              <a:buNone/>
              <a:defRPr sz="7795" b="1"/>
            </a:lvl3pPr>
            <a:lvl4pPr marL="5939988" indent="0">
              <a:buNone/>
              <a:defRPr sz="6929" b="1"/>
            </a:lvl4pPr>
            <a:lvl5pPr marL="7919984" indent="0">
              <a:buNone/>
              <a:defRPr sz="6929" b="1"/>
            </a:lvl5pPr>
            <a:lvl6pPr marL="9899980" indent="0">
              <a:buNone/>
              <a:defRPr sz="6929" b="1"/>
            </a:lvl6pPr>
            <a:lvl7pPr marL="11879976" indent="0">
              <a:buNone/>
              <a:defRPr sz="6929" b="1"/>
            </a:lvl7pPr>
            <a:lvl8pPr marL="13859972" indent="0">
              <a:buNone/>
              <a:defRPr sz="6929" b="1"/>
            </a:lvl8pPr>
            <a:lvl9pPr marL="15839968" indent="0">
              <a:buNone/>
              <a:defRPr sz="6929" b="1"/>
            </a:lvl9pPr>
          </a:lstStyle>
          <a:p>
            <a:pPr lvl="0"/>
            <a:r>
              <a:rPr lang="en-US"/>
              <a:t>Click to edit Master text styles</a:t>
            </a:r>
          </a:p>
        </p:txBody>
      </p:sp>
      <p:sp>
        <p:nvSpPr>
          <p:cNvPr id="6" name="Content Placeholder 5"/>
          <p:cNvSpPr>
            <a:spLocks noGrp="1"/>
          </p:cNvSpPr>
          <p:nvPr>
            <p:ph sz="quarter" idx="4"/>
          </p:nvPr>
        </p:nvSpPr>
        <p:spPr>
          <a:xfrm>
            <a:off x="20047597" y="14465069"/>
            <a:ext cx="16835238" cy="2127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2359F816-924F-6AE9-4C85-C94E4D624ECA}"/>
              </a:ext>
            </a:extLst>
          </p:cNvPr>
          <p:cNvSpPr>
            <a:spLocks noGrp="1"/>
          </p:cNvSpPr>
          <p:nvPr>
            <p:ph type="dt" sz="half" idx="10"/>
          </p:nvPr>
        </p:nvSpPr>
        <p:spPr/>
        <p:txBody>
          <a:bodyPr/>
          <a:lstStyle>
            <a:lvl1pPr>
              <a:defRPr/>
            </a:lvl1pPr>
          </a:lstStyle>
          <a:p>
            <a:pPr>
              <a:defRPr/>
            </a:pPr>
            <a:fld id="{1D3F0039-1DED-4A02-864C-A132BCEFB8B0}" type="datetimeFigureOut">
              <a:rPr lang="en-US"/>
              <a:pPr>
                <a:defRPr/>
              </a:pPr>
              <a:t>7/7/2026</a:t>
            </a:fld>
            <a:endParaRPr lang="en-US"/>
          </a:p>
        </p:txBody>
      </p:sp>
      <p:sp>
        <p:nvSpPr>
          <p:cNvPr id="8" name="Footer Placeholder 4">
            <a:extLst>
              <a:ext uri="{FF2B5EF4-FFF2-40B4-BE49-F238E27FC236}">
                <a16:creationId xmlns:a16="http://schemas.microsoft.com/office/drawing/2014/main" id="{2A031A16-37C2-B2BF-8E38-EC27A0755162}"/>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E065D0B-E20E-2447-F5A3-2ED30D031CCA}"/>
              </a:ext>
            </a:extLst>
          </p:cNvPr>
          <p:cNvSpPr>
            <a:spLocks noGrp="1"/>
          </p:cNvSpPr>
          <p:nvPr>
            <p:ph type="sldNum" sz="quarter" idx="12"/>
          </p:nvPr>
        </p:nvSpPr>
        <p:spPr/>
        <p:txBody>
          <a:bodyPr/>
          <a:lstStyle>
            <a:lvl1pPr>
              <a:defRPr/>
            </a:lvl1pPr>
          </a:lstStyle>
          <a:p>
            <a:pPr>
              <a:defRPr/>
            </a:pPr>
            <a:fld id="{32C734D7-C85E-445A-AD68-ACA5C38B3F0D}" type="slidenum">
              <a:rPr lang="en-US"/>
              <a:pPr>
                <a:defRPr/>
              </a:pPr>
              <a:t>‹#›</a:t>
            </a:fld>
            <a:endParaRPr lang="en-US"/>
          </a:p>
        </p:txBody>
      </p:sp>
    </p:spTree>
    <p:extLst>
      <p:ext uri="{BB962C8B-B14F-4D97-AF65-F5344CB8AC3E}">
        <p14:creationId xmlns:p14="http://schemas.microsoft.com/office/powerpoint/2010/main" val="3717922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4325BF38-59D1-06CA-3A1F-7BABED764B33}"/>
              </a:ext>
            </a:extLst>
          </p:cNvPr>
          <p:cNvSpPr>
            <a:spLocks noGrp="1"/>
          </p:cNvSpPr>
          <p:nvPr>
            <p:ph type="dt" sz="half" idx="10"/>
          </p:nvPr>
        </p:nvSpPr>
        <p:spPr/>
        <p:txBody>
          <a:bodyPr/>
          <a:lstStyle>
            <a:lvl1pPr>
              <a:defRPr/>
            </a:lvl1pPr>
          </a:lstStyle>
          <a:p>
            <a:pPr>
              <a:defRPr/>
            </a:pPr>
            <a:fld id="{71760256-3CCD-444E-9063-3E60F6BAE3F5}" type="datetimeFigureOut">
              <a:rPr lang="en-US"/>
              <a:pPr>
                <a:defRPr/>
              </a:pPr>
              <a:t>7/7/2026</a:t>
            </a:fld>
            <a:endParaRPr lang="en-US"/>
          </a:p>
        </p:txBody>
      </p:sp>
      <p:sp>
        <p:nvSpPr>
          <p:cNvPr id="4" name="Footer Placeholder 4">
            <a:extLst>
              <a:ext uri="{FF2B5EF4-FFF2-40B4-BE49-F238E27FC236}">
                <a16:creationId xmlns:a16="http://schemas.microsoft.com/office/drawing/2014/main" id="{C4133081-B1A6-70E6-D8B0-8BD6D6D4185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D546D5DA-D597-B96A-94DE-1287F4BAA88A}"/>
              </a:ext>
            </a:extLst>
          </p:cNvPr>
          <p:cNvSpPr>
            <a:spLocks noGrp="1"/>
          </p:cNvSpPr>
          <p:nvPr>
            <p:ph type="sldNum" sz="quarter" idx="12"/>
          </p:nvPr>
        </p:nvSpPr>
        <p:spPr/>
        <p:txBody>
          <a:bodyPr/>
          <a:lstStyle>
            <a:lvl1pPr>
              <a:defRPr/>
            </a:lvl1pPr>
          </a:lstStyle>
          <a:p>
            <a:pPr>
              <a:defRPr/>
            </a:pPr>
            <a:fld id="{8E8AD321-0DDA-4DE5-A428-1F80CA8045D0}" type="slidenum">
              <a:rPr lang="en-US"/>
              <a:pPr>
                <a:defRPr/>
              </a:pPr>
              <a:t>‹#›</a:t>
            </a:fld>
            <a:endParaRPr lang="en-US"/>
          </a:p>
        </p:txBody>
      </p:sp>
    </p:spTree>
    <p:extLst>
      <p:ext uri="{BB962C8B-B14F-4D97-AF65-F5344CB8AC3E}">
        <p14:creationId xmlns:p14="http://schemas.microsoft.com/office/powerpoint/2010/main" val="1044958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291D43C-59E5-29F0-E1BB-A95E4E13D164}"/>
              </a:ext>
            </a:extLst>
          </p:cNvPr>
          <p:cNvSpPr>
            <a:spLocks noGrp="1"/>
          </p:cNvSpPr>
          <p:nvPr>
            <p:ph type="dt" sz="half" idx="10"/>
          </p:nvPr>
        </p:nvSpPr>
        <p:spPr/>
        <p:txBody>
          <a:bodyPr/>
          <a:lstStyle>
            <a:lvl1pPr>
              <a:defRPr/>
            </a:lvl1pPr>
          </a:lstStyle>
          <a:p>
            <a:pPr>
              <a:defRPr/>
            </a:pPr>
            <a:fld id="{1EEE8577-4256-4C7A-A9E0-7092BF041A98}" type="datetimeFigureOut">
              <a:rPr lang="en-US"/>
              <a:pPr>
                <a:defRPr/>
              </a:pPr>
              <a:t>7/7/2026</a:t>
            </a:fld>
            <a:endParaRPr lang="en-US"/>
          </a:p>
        </p:txBody>
      </p:sp>
      <p:sp>
        <p:nvSpPr>
          <p:cNvPr id="3" name="Footer Placeholder 4">
            <a:extLst>
              <a:ext uri="{FF2B5EF4-FFF2-40B4-BE49-F238E27FC236}">
                <a16:creationId xmlns:a16="http://schemas.microsoft.com/office/drawing/2014/main" id="{8FFA9475-0214-411F-34C0-7D0B328FF28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C172268-A108-442F-B700-8203F43F8360}"/>
              </a:ext>
            </a:extLst>
          </p:cNvPr>
          <p:cNvSpPr>
            <a:spLocks noGrp="1"/>
          </p:cNvSpPr>
          <p:nvPr>
            <p:ph type="sldNum" sz="quarter" idx="12"/>
          </p:nvPr>
        </p:nvSpPr>
        <p:spPr/>
        <p:txBody>
          <a:bodyPr/>
          <a:lstStyle>
            <a:lvl1pPr>
              <a:defRPr/>
            </a:lvl1pPr>
          </a:lstStyle>
          <a:p>
            <a:pPr>
              <a:defRPr/>
            </a:pPr>
            <a:fld id="{9DE6B9AA-831A-49D2-B1BF-36E0A9CA578D}" type="slidenum">
              <a:rPr lang="en-US"/>
              <a:pPr>
                <a:defRPr/>
              </a:pPr>
              <a:t>‹#›</a:t>
            </a:fld>
            <a:endParaRPr lang="en-US"/>
          </a:p>
        </p:txBody>
      </p:sp>
    </p:spTree>
    <p:extLst>
      <p:ext uri="{BB962C8B-B14F-4D97-AF65-F5344CB8AC3E}">
        <p14:creationId xmlns:p14="http://schemas.microsoft.com/office/powerpoint/2010/main" val="1548563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640012"/>
            <a:ext cx="12772091" cy="9240044"/>
          </a:xfrm>
        </p:spPr>
        <p:txBody>
          <a:bodyPr anchor="b"/>
          <a:lstStyle>
            <a:lvl1pPr>
              <a:defRPr sz="13858"/>
            </a:lvl1pPr>
          </a:lstStyle>
          <a:p>
            <a:r>
              <a:rPr lang="en-US"/>
              <a:t>Click to edit Master title style</a:t>
            </a:r>
            <a:endParaRPr lang="en-US" dirty="0"/>
          </a:p>
        </p:txBody>
      </p:sp>
      <p:sp>
        <p:nvSpPr>
          <p:cNvPr id="3" name="Content Placeholder 2"/>
          <p:cNvSpPr>
            <a:spLocks noGrp="1"/>
          </p:cNvSpPr>
          <p:nvPr>
            <p:ph idx="1"/>
          </p:nvPr>
        </p:nvSpPr>
        <p:spPr>
          <a:xfrm>
            <a:off x="16835238" y="5701703"/>
            <a:ext cx="20047595" cy="28141800"/>
          </a:xfrm>
        </p:spPr>
        <p:txBody>
          <a:bodyPr/>
          <a:lstStyle>
            <a:lvl1pPr>
              <a:defRPr sz="13858"/>
            </a:lvl1pPr>
            <a:lvl2pPr>
              <a:defRPr sz="12126"/>
            </a:lvl2pPr>
            <a:lvl3pPr>
              <a:defRPr sz="10394"/>
            </a:lvl3pPr>
            <a:lvl4pPr>
              <a:defRPr sz="8661"/>
            </a:lvl4pPr>
            <a:lvl5pPr>
              <a:defRPr sz="8661"/>
            </a:lvl5pPr>
            <a:lvl6pPr>
              <a:defRPr sz="8661"/>
            </a:lvl6pPr>
            <a:lvl7pPr>
              <a:defRPr sz="8661"/>
            </a:lvl7pPr>
            <a:lvl8pPr>
              <a:defRPr sz="8661"/>
            </a:lvl8pPr>
            <a:lvl9pPr>
              <a:defRPr sz="866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27671" y="11880056"/>
            <a:ext cx="12772091" cy="22009274"/>
          </a:xfrm>
        </p:spPr>
        <p:txBody>
          <a:bodyPr/>
          <a:lstStyle>
            <a:lvl1pPr marL="0" indent="0">
              <a:buNone/>
              <a:defRPr sz="6929"/>
            </a:lvl1pPr>
            <a:lvl2pPr marL="1979996" indent="0">
              <a:buNone/>
              <a:defRPr sz="6063"/>
            </a:lvl2pPr>
            <a:lvl3pPr marL="3959992" indent="0">
              <a:buNone/>
              <a:defRPr sz="5197"/>
            </a:lvl3pPr>
            <a:lvl4pPr marL="5939988" indent="0">
              <a:buNone/>
              <a:defRPr sz="4331"/>
            </a:lvl4pPr>
            <a:lvl5pPr marL="7919984" indent="0">
              <a:buNone/>
              <a:defRPr sz="4331"/>
            </a:lvl5pPr>
            <a:lvl6pPr marL="9899980" indent="0">
              <a:buNone/>
              <a:defRPr sz="4331"/>
            </a:lvl6pPr>
            <a:lvl7pPr marL="11879976" indent="0">
              <a:buNone/>
              <a:defRPr sz="4331"/>
            </a:lvl7pPr>
            <a:lvl8pPr marL="13859972" indent="0">
              <a:buNone/>
              <a:defRPr sz="4331"/>
            </a:lvl8pPr>
            <a:lvl9pPr marL="15839968" indent="0">
              <a:buNone/>
              <a:defRPr sz="4331"/>
            </a:lvl9pPr>
          </a:lstStyle>
          <a:p>
            <a:pPr lvl="0"/>
            <a:r>
              <a:rPr lang="en-US"/>
              <a:t>Click to edit Master text styles</a:t>
            </a:r>
          </a:p>
        </p:txBody>
      </p:sp>
      <p:sp>
        <p:nvSpPr>
          <p:cNvPr id="5" name="Date Placeholder 3">
            <a:extLst>
              <a:ext uri="{FF2B5EF4-FFF2-40B4-BE49-F238E27FC236}">
                <a16:creationId xmlns:a16="http://schemas.microsoft.com/office/drawing/2014/main" id="{7ED69CBE-89F6-FD6A-F6A7-8B74908129D1}"/>
              </a:ext>
            </a:extLst>
          </p:cNvPr>
          <p:cNvSpPr>
            <a:spLocks noGrp="1"/>
          </p:cNvSpPr>
          <p:nvPr>
            <p:ph type="dt" sz="half" idx="10"/>
          </p:nvPr>
        </p:nvSpPr>
        <p:spPr/>
        <p:txBody>
          <a:bodyPr/>
          <a:lstStyle>
            <a:lvl1pPr>
              <a:defRPr/>
            </a:lvl1pPr>
          </a:lstStyle>
          <a:p>
            <a:pPr>
              <a:defRPr/>
            </a:pPr>
            <a:fld id="{74596070-CA4F-4D52-91B9-1A19CBAD5742}" type="datetimeFigureOut">
              <a:rPr lang="en-US"/>
              <a:pPr>
                <a:defRPr/>
              </a:pPr>
              <a:t>7/7/2026</a:t>
            </a:fld>
            <a:endParaRPr lang="en-US"/>
          </a:p>
        </p:txBody>
      </p:sp>
      <p:sp>
        <p:nvSpPr>
          <p:cNvPr id="6" name="Footer Placeholder 4">
            <a:extLst>
              <a:ext uri="{FF2B5EF4-FFF2-40B4-BE49-F238E27FC236}">
                <a16:creationId xmlns:a16="http://schemas.microsoft.com/office/drawing/2014/main" id="{590FFAF4-8208-F706-835B-96CF586A5AD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FF11178-6B4F-7B7B-8890-B9A20646B33A}"/>
              </a:ext>
            </a:extLst>
          </p:cNvPr>
          <p:cNvSpPr>
            <a:spLocks noGrp="1"/>
          </p:cNvSpPr>
          <p:nvPr>
            <p:ph type="sldNum" sz="quarter" idx="12"/>
          </p:nvPr>
        </p:nvSpPr>
        <p:spPr/>
        <p:txBody>
          <a:bodyPr/>
          <a:lstStyle>
            <a:lvl1pPr>
              <a:defRPr/>
            </a:lvl1pPr>
          </a:lstStyle>
          <a:p>
            <a:pPr>
              <a:defRPr/>
            </a:pPr>
            <a:fld id="{E36DB402-C5BA-49E3-8367-899628370A9A}" type="slidenum">
              <a:rPr lang="en-US"/>
              <a:pPr>
                <a:defRPr/>
              </a:pPr>
              <a:t>‹#›</a:t>
            </a:fld>
            <a:endParaRPr lang="en-US"/>
          </a:p>
        </p:txBody>
      </p:sp>
    </p:spTree>
    <p:extLst>
      <p:ext uri="{BB962C8B-B14F-4D97-AF65-F5344CB8AC3E}">
        <p14:creationId xmlns:p14="http://schemas.microsoft.com/office/powerpoint/2010/main" val="2977028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27671" y="2640012"/>
            <a:ext cx="12772091" cy="9240044"/>
          </a:xfrm>
        </p:spPr>
        <p:txBody>
          <a:bodyPr anchor="b"/>
          <a:lstStyle>
            <a:lvl1pPr>
              <a:defRPr sz="13858"/>
            </a:lvl1pPr>
          </a:lstStyle>
          <a:p>
            <a:r>
              <a:rPr lang="en-US"/>
              <a:t>Click to edit Master title style</a:t>
            </a:r>
            <a:endParaRPr lang="en-US" dirty="0"/>
          </a:p>
        </p:txBody>
      </p:sp>
      <p:sp>
        <p:nvSpPr>
          <p:cNvPr id="3" name="Picture Placeholder 2"/>
          <p:cNvSpPr>
            <a:spLocks noGrp="1" noChangeAspect="1"/>
          </p:cNvSpPr>
          <p:nvPr>
            <p:ph type="pic" idx="1"/>
          </p:nvPr>
        </p:nvSpPr>
        <p:spPr>
          <a:xfrm>
            <a:off x="16835238" y="5701703"/>
            <a:ext cx="20047595" cy="28141800"/>
          </a:xfrm>
        </p:spPr>
        <p:txBody>
          <a:bodyPr rtlCol="0">
            <a:normAutofit/>
          </a:bodyPr>
          <a:lstStyle>
            <a:lvl1pPr marL="0" indent="0">
              <a:buNone/>
              <a:defRPr sz="13858"/>
            </a:lvl1pPr>
            <a:lvl2pPr marL="1979996" indent="0">
              <a:buNone/>
              <a:defRPr sz="12126"/>
            </a:lvl2pPr>
            <a:lvl3pPr marL="3959992" indent="0">
              <a:buNone/>
              <a:defRPr sz="10394"/>
            </a:lvl3pPr>
            <a:lvl4pPr marL="5939988" indent="0">
              <a:buNone/>
              <a:defRPr sz="8661"/>
            </a:lvl4pPr>
            <a:lvl5pPr marL="7919984" indent="0">
              <a:buNone/>
              <a:defRPr sz="8661"/>
            </a:lvl5pPr>
            <a:lvl6pPr marL="9899980" indent="0">
              <a:buNone/>
              <a:defRPr sz="8661"/>
            </a:lvl6pPr>
            <a:lvl7pPr marL="11879976" indent="0">
              <a:buNone/>
              <a:defRPr sz="8661"/>
            </a:lvl7pPr>
            <a:lvl8pPr marL="13859972" indent="0">
              <a:buNone/>
              <a:defRPr sz="8661"/>
            </a:lvl8pPr>
            <a:lvl9pPr marL="15839968" indent="0">
              <a:buNone/>
              <a:defRPr sz="8661"/>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727671" y="11880056"/>
            <a:ext cx="12772091" cy="22009274"/>
          </a:xfrm>
        </p:spPr>
        <p:txBody>
          <a:bodyPr/>
          <a:lstStyle>
            <a:lvl1pPr marL="0" indent="0">
              <a:buNone/>
              <a:defRPr sz="6929"/>
            </a:lvl1pPr>
            <a:lvl2pPr marL="1979996" indent="0">
              <a:buNone/>
              <a:defRPr sz="6063"/>
            </a:lvl2pPr>
            <a:lvl3pPr marL="3959992" indent="0">
              <a:buNone/>
              <a:defRPr sz="5197"/>
            </a:lvl3pPr>
            <a:lvl4pPr marL="5939988" indent="0">
              <a:buNone/>
              <a:defRPr sz="4331"/>
            </a:lvl4pPr>
            <a:lvl5pPr marL="7919984" indent="0">
              <a:buNone/>
              <a:defRPr sz="4331"/>
            </a:lvl5pPr>
            <a:lvl6pPr marL="9899980" indent="0">
              <a:buNone/>
              <a:defRPr sz="4331"/>
            </a:lvl6pPr>
            <a:lvl7pPr marL="11879976" indent="0">
              <a:buNone/>
              <a:defRPr sz="4331"/>
            </a:lvl7pPr>
            <a:lvl8pPr marL="13859972" indent="0">
              <a:buNone/>
              <a:defRPr sz="4331"/>
            </a:lvl8pPr>
            <a:lvl9pPr marL="15839968" indent="0">
              <a:buNone/>
              <a:defRPr sz="4331"/>
            </a:lvl9pPr>
          </a:lstStyle>
          <a:p>
            <a:pPr lvl="0"/>
            <a:r>
              <a:rPr lang="en-US"/>
              <a:t>Click to edit Master text styles</a:t>
            </a:r>
          </a:p>
        </p:txBody>
      </p:sp>
      <p:sp>
        <p:nvSpPr>
          <p:cNvPr id="5" name="Date Placeholder 3">
            <a:extLst>
              <a:ext uri="{FF2B5EF4-FFF2-40B4-BE49-F238E27FC236}">
                <a16:creationId xmlns:a16="http://schemas.microsoft.com/office/drawing/2014/main" id="{1C99C657-C295-2787-A8CE-51E492F5E37E}"/>
              </a:ext>
            </a:extLst>
          </p:cNvPr>
          <p:cNvSpPr>
            <a:spLocks noGrp="1"/>
          </p:cNvSpPr>
          <p:nvPr>
            <p:ph type="dt" sz="half" idx="10"/>
          </p:nvPr>
        </p:nvSpPr>
        <p:spPr/>
        <p:txBody>
          <a:bodyPr/>
          <a:lstStyle>
            <a:lvl1pPr>
              <a:defRPr/>
            </a:lvl1pPr>
          </a:lstStyle>
          <a:p>
            <a:pPr>
              <a:defRPr/>
            </a:pPr>
            <a:fld id="{2267DE8A-CEF2-40B1-8DE0-BE947AA97805}" type="datetimeFigureOut">
              <a:rPr lang="en-US"/>
              <a:pPr>
                <a:defRPr/>
              </a:pPr>
              <a:t>7/7/2026</a:t>
            </a:fld>
            <a:endParaRPr lang="en-US"/>
          </a:p>
        </p:txBody>
      </p:sp>
      <p:sp>
        <p:nvSpPr>
          <p:cNvPr id="6" name="Footer Placeholder 4">
            <a:extLst>
              <a:ext uri="{FF2B5EF4-FFF2-40B4-BE49-F238E27FC236}">
                <a16:creationId xmlns:a16="http://schemas.microsoft.com/office/drawing/2014/main" id="{ADBAF710-9B3F-7C23-BA2D-B4FD9B09540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9829980-5B04-7921-4B43-0E0B8E50E23E}"/>
              </a:ext>
            </a:extLst>
          </p:cNvPr>
          <p:cNvSpPr>
            <a:spLocks noGrp="1"/>
          </p:cNvSpPr>
          <p:nvPr>
            <p:ph type="sldNum" sz="quarter" idx="12"/>
          </p:nvPr>
        </p:nvSpPr>
        <p:spPr/>
        <p:txBody>
          <a:bodyPr/>
          <a:lstStyle>
            <a:lvl1pPr>
              <a:defRPr/>
            </a:lvl1pPr>
          </a:lstStyle>
          <a:p>
            <a:pPr>
              <a:defRPr/>
            </a:pPr>
            <a:fld id="{052C638E-7FE0-4101-94F1-95C461EF61EF}" type="slidenum">
              <a:rPr lang="en-US"/>
              <a:pPr>
                <a:defRPr/>
              </a:pPr>
              <a:t>‹#›</a:t>
            </a:fld>
            <a:endParaRPr lang="en-US"/>
          </a:p>
        </p:txBody>
      </p:sp>
    </p:spTree>
    <p:extLst>
      <p:ext uri="{BB962C8B-B14F-4D97-AF65-F5344CB8AC3E}">
        <p14:creationId xmlns:p14="http://schemas.microsoft.com/office/powerpoint/2010/main" val="1965613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7B63AA6-B4C2-5BB5-E2BA-41739C64A227}"/>
              </a:ext>
            </a:extLst>
          </p:cNvPr>
          <p:cNvSpPr>
            <a:spLocks noGrp="1"/>
          </p:cNvSpPr>
          <p:nvPr>
            <p:ph type="dt" sz="half" idx="10"/>
          </p:nvPr>
        </p:nvSpPr>
        <p:spPr/>
        <p:txBody>
          <a:bodyPr/>
          <a:lstStyle>
            <a:lvl1pPr>
              <a:defRPr/>
            </a:lvl1pPr>
          </a:lstStyle>
          <a:p>
            <a:pPr>
              <a:defRPr/>
            </a:pPr>
            <a:fld id="{5A2953E0-FE46-4D87-BDAB-4B2256EE0EE9}" type="datetimeFigureOut">
              <a:rPr lang="en-US"/>
              <a:pPr>
                <a:defRPr/>
              </a:pPr>
              <a:t>7/7/2026</a:t>
            </a:fld>
            <a:endParaRPr lang="en-US"/>
          </a:p>
        </p:txBody>
      </p:sp>
      <p:sp>
        <p:nvSpPr>
          <p:cNvPr id="5" name="Footer Placeholder 4">
            <a:extLst>
              <a:ext uri="{FF2B5EF4-FFF2-40B4-BE49-F238E27FC236}">
                <a16:creationId xmlns:a16="http://schemas.microsoft.com/office/drawing/2014/main" id="{B10BCD73-C15F-C767-82E1-A03F68A0DCF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5AB9443-F0F1-B992-4BCB-CBE2ADCBBA1A}"/>
              </a:ext>
            </a:extLst>
          </p:cNvPr>
          <p:cNvSpPr>
            <a:spLocks noGrp="1"/>
          </p:cNvSpPr>
          <p:nvPr>
            <p:ph type="sldNum" sz="quarter" idx="12"/>
          </p:nvPr>
        </p:nvSpPr>
        <p:spPr/>
        <p:txBody>
          <a:bodyPr/>
          <a:lstStyle>
            <a:lvl1pPr>
              <a:defRPr/>
            </a:lvl1pPr>
          </a:lstStyle>
          <a:p>
            <a:pPr>
              <a:defRPr/>
            </a:pPr>
            <a:fld id="{812DD665-DFFF-4EFE-9D76-9BD006B79BF1}" type="slidenum">
              <a:rPr lang="en-US"/>
              <a:pPr>
                <a:defRPr/>
              </a:pPr>
              <a:t>‹#›</a:t>
            </a:fld>
            <a:endParaRPr lang="en-US"/>
          </a:p>
        </p:txBody>
      </p:sp>
    </p:spTree>
    <p:extLst>
      <p:ext uri="{BB962C8B-B14F-4D97-AF65-F5344CB8AC3E}">
        <p14:creationId xmlns:p14="http://schemas.microsoft.com/office/powerpoint/2010/main" val="3369385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8338886" y="2108343"/>
            <a:ext cx="8538791" cy="3355932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722515" y="2108343"/>
            <a:ext cx="25121369" cy="335593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5A985D7-567D-D7F9-F524-05493E0EA029}"/>
              </a:ext>
            </a:extLst>
          </p:cNvPr>
          <p:cNvSpPr>
            <a:spLocks noGrp="1"/>
          </p:cNvSpPr>
          <p:nvPr>
            <p:ph type="dt" sz="half" idx="10"/>
          </p:nvPr>
        </p:nvSpPr>
        <p:spPr/>
        <p:txBody>
          <a:bodyPr/>
          <a:lstStyle>
            <a:lvl1pPr>
              <a:defRPr/>
            </a:lvl1pPr>
          </a:lstStyle>
          <a:p>
            <a:pPr>
              <a:defRPr/>
            </a:pPr>
            <a:fld id="{5ECFB976-D6F6-458F-B394-50CDCB1C9EEF}" type="datetimeFigureOut">
              <a:rPr lang="en-US"/>
              <a:pPr>
                <a:defRPr/>
              </a:pPr>
              <a:t>7/7/2026</a:t>
            </a:fld>
            <a:endParaRPr lang="en-US"/>
          </a:p>
        </p:txBody>
      </p:sp>
      <p:sp>
        <p:nvSpPr>
          <p:cNvPr id="5" name="Footer Placeholder 4">
            <a:extLst>
              <a:ext uri="{FF2B5EF4-FFF2-40B4-BE49-F238E27FC236}">
                <a16:creationId xmlns:a16="http://schemas.microsoft.com/office/drawing/2014/main" id="{B104F7E6-2B97-882B-0A7C-6D67B90744C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B5947C8-5397-7887-0D4D-D943190A3465}"/>
              </a:ext>
            </a:extLst>
          </p:cNvPr>
          <p:cNvSpPr>
            <a:spLocks noGrp="1"/>
          </p:cNvSpPr>
          <p:nvPr>
            <p:ph type="sldNum" sz="quarter" idx="12"/>
          </p:nvPr>
        </p:nvSpPr>
        <p:spPr/>
        <p:txBody>
          <a:bodyPr/>
          <a:lstStyle>
            <a:lvl1pPr>
              <a:defRPr/>
            </a:lvl1pPr>
          </a:lstStyle>
          <a:p>
            <a:pPr>
              <a:defRPr/>
            </a:pPr>
            <a:fld id="{84B4C22E-DC10-49C3-AB31-342C0F5BACF7}" type="slidenum">
              <a:rPr lang="en-US"/>
              <a:pPr>
                <a:defRPr/>
              </a:pPr>
              <a:t>‹#›</a:t>
            </a:fld>
            <a:endParaRPr lang="en-US"/>
          </a:p>
        </p:txBody>
      </p:sp>
    </p:spTree>
    <p:extLst>
      <p:ext uri="{BB962C8B-B14F-4D97-AF65-F5344CB8AC3E}">
        <p14:creationId xmlns:p14="http://schemas.microsoft.com/office/powerpoint/2010/main" val="196032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2B39E5A-7D1B-EE26-0370-F0717E7D5D5B}"/>
              </a:ext>
            </a:extLst>
          </p:cNvPr>
          <p:cNvSpPr>
            <a:spLocks noGrp="1" noChangeArrowheads="1"/>
          </p:cNvSpPr>
          <p:nvPr>
            <p:ph type="title"/>
          </p:nvPr>
        </p:nvSpPr>
        <p:spPr bwMode="auto">
          <a:xfrm>
            <a:off x="2722563" y="2108200"/>
            <a:ext cx="34155062" cy="765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0C685E70-C2FA-1F7B-D468-F6215755DFB3}"/>
              </a:ext>
            </a:extLst>
          </p:cNvPr>
          <p:cNvSpPr>
            <a:spLocks noGrp="1" noChangeArrowheads="1"/>
          </p:cNvSpPr>
          <p:nvPr>
            <p:ph type="body" idx="1"/>
          </p:nvPr>
        </p:nvSpPr>
        <p:spPr bwMode="auto">
          <a:xfrm>
            <a:off x="2722563" y="10541000"/>
            <a:ext cx="34155062" cy="2512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D9FC8C3-E036-0C0D-BC94-C233C6357A96}"/>
              </a:ext>
            </a:extLst>
          </p:cNvPr>
          <p:cNvSpPr>
            <a:spLocks noGrp="1"/>
          </p:cNvSpPr>
          <p:nvPr>
            <p:ph type="dt" sz="half" idx="2"/>
          </p:nvPr>
        </p:nvSpPr>
        <p:spPr>
          <a:xfrm>
            <a:off x="2722563" y="36703000"/>
            <a:ext cx="8910637" cy="2108200"/>
          </a:xfrm>
          <a:prstGeom prst="rect">
            <a:avLst/>
          </a:prstGeom>
        </p:spPr>
        <p:txBody>
          <a:bodyPr vert="horz" lIns="91440" tIns="45720" rIns="91440" bIns="45720" rtlCol="0" anchor="ctr"/>
          <a:lstStyle>
            <a:lvl1pPr algn="l" eaLnBrk="1" fontAlgn="auto" hangingPunct="1">
              <a:spcBef>
                <a:spcPts val="0"/>
              </a:spcBef>
              <a:spcAft>
                <a:spcPts val="0"/>
              </a:spcAft>
              <a:defRPr sz="5197">
                <a:solidFill>
                  <a:schemeClr val="tx1">
                    <a:tint val="82000"/>
                  </a:schemeClr>
                </a:solidFill>
                <a:latin typeface="+mn-lt"/>
              </a:defRPr>
            </a:lvl1pPr>
          </a:lstStyle>
          <a:p>
            <a:pPr>
              <a:defRPr/>
            </a:pPr>
            <a:fld id="{6422DE66-9F25-4C2E-9D6B-086F35E40455}" type="datetimeFigureOut">
              <a:rPr lang="en-US"/>
              <a:pPr>
                <a:defRPr/>
              </a:pPr>
              <a:t>7/7/2026</a:t>
            </a:fld>
            <a:endParaRPr lang="en-US"/>
          </a:p>
        </p:txBody>
      </p:sp>
      <p:sp>
        <p:nvSpPr>
          <p:cNvPr id="5" name="Footer Placeholder 4">
            <a:extLst>
              <a:ext uri="{FF2B5EF4-FFF2-40B4-BE49-F238E27FC236}">
                <a16:creationId xmlns:a16="http://schemas.microsoft.com/office/drawing/2014/main" id="{A5FA5255-EE3A-AC7B-C52E-C6551C010FC1}"/>
              </a:ext>
            </a:extLst>
          </p:cNvPr>
          <p:cNvSpPr>
            <a:spLocks noGrp="1"/>
          </p:cNvSpPr>
          <p:nvPr>
            <p:ph type="ftr" sz="quarter" idx="3"/>
          </p:nvPr>
        </p:nvSpPr>
        <p:spPr>
          <a:xfrm>
            <a:off x="13117513" y="36703000"/>
            <a:ext cx="13365162" cy="2108200"/>
          </a:xfrm>
          <a:prstGeom prst="rect">
            <a:avLst/>
          </a:prstGeom>
        </p:spPr>
        <p:txBody>
          <a:bodyPr vert="horz" lIns="91440" tIns="45720" rIns="91440" bIns="45720" rtlCol="0" anchor="ctr"/>
          <a:lstStyle>
            <a:lvl1pPr algn="ctr" eaLnBrk="1" fontAlgn="auto" hangingPunct="1">
              <a:spcBef>
                <a:spcPts val="0"/>
              </a:spcBef>
              <a:spcAft>
                <a:spcPts val="0"/>
              </a:spcAft>
              <a:defRPr sz="5197">
                <a:solidFill>
                  <a:schemeClr val="tx1">
                    <a:tint val="82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E7E0EA43-4F47-F16E-3325-5EFA1EA4C0F5}"/>
              </a:ext>
            </a:extLst>
          </p:cNvPr>
          <p:cNvSpPr>
            <a:spLocks noGrp="1"/>
          </p:cNvSpPr>
          <p:nvPr>
            <p:ph type="sldNum" sz="quarter" idx="4"/>
          </p:nvPr>
        </p:nvSpPr>
        <p:spPr>
          <a:xfrm>
            <a:off x="27966988" y="36703000"/>
            <a:ext cx="8910637" cy="2108200"/>
          </a:xfrm>
          <a:prstGeom prst="rect">
            <a:avLst/>
          </a:prstGeom>
        </p:spPr>
        <p:txBody>
          <a:bodyPr vert="horz" lIns="91440" tIns="45720" rIns="91440" bIns="45720" rtlCol="0" anchor="ctr"/>
          <a:lstStyle>
            <a:lvl1pPr algn="r" eaLnBrk="1" fontAlgn="auto" hangingPunct="1">
              <a:spcBef>
                <a:spcPts val="0"/>
              </a:spcBef>
              <a:spcAft>
                <a:spcPts val="0"/>
              </a:spcAft>
              <a:defRPr sz="5197">
                <a:solidFill>
                  <a:schemeClr val="tx1">
                    <a:tint val="82000"/>
                  </a:schemeClr>
                </a:solidFill>
                <a:latin typeface="+mn-lt"/>
              </a:defRPr>
            </a:lvl1pPr>
          </a:lstStyle>
          <a:p>
            <a:pPr>
              <a:defRPr/>
            </a:pPr>
            <a:fld id="{E1DA862D-4ACC-46BB-A455-6B2B6AC9E9B1}" type="slidenum">
              <a:rPr lang="en-US"/>
              <a:pPr>
                <a:defRPr/>
              </a:pPr>
              <a:t>‹#›</a:t>
            </a:fld>
            <a:endParaRPr lang="en-US"/>
          </a:p>
        </p:txBody>
      </p:sp>
      <p:sp>
        <p:nvSpPr>
          <p:cNvPr id="7" name="Rectangle 1">
            <a:extLst>
              <a:ext uri="{FF2B5EF4-FFF2-40B4-BE49-F238E27FC236}">
                <a16:creationId xmlns:a16="http://schemas.microsoft.com/office/drawing/2014/main" id="{61F75922-E320-3DF8-2672-676ADF496E12}"/>
              </a:ext>
            </a:extLst>
          </p:cNvPr>
          <p:cNvSpPr>
            <a:spLocks noChangeArrowheads="1"/>
          </p:cNvSpPr>
          <p:nvPr userDrawn="1"/>
        </p:nvSpPr>
        <p:spPr bwMode="auto">
          <a:xfrm>
            <a:off x="0" y="0"/>
            <a:ext cx="39600188" cy="4659313"/>
          </a:xfrm>
          <a:prstGeom prst="rect">
            <a:avLst/>
          </a:prstGeom>
          <a:solidFill>
            <a:srgbClr val="0DBFD5"/>
          </a:solidFill>
          <a:ln>
            <a:noFill/>
          </a:ln>
        </p:spPr>
        <p:txBody>
          <a:bodyPr anchor="ctr"/>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endParaRPr lang="en-US" altLang="en-US" sz="7849">
              <a:solidFill>
                <a:srgbClr val="FFFFFF"/>
              </a:solidFill>
            </a:endParaRPr>
          </a:p>
        </p:txBody>
      </p:sp>
      <p:pic>
        <p:nvPicPr>
          <p:cNvPr id="1032" name="Picture 20">
            <a:extLst>
              <a:ext uri="{FF2B5EF4-FFF2-40B4-BE49-F238E27FC236}">
                <a16:creationId xmlns:a16="http://schemas.microsoft.com/office/drawing/2014/main" id="{659704F2-91C5-804C-4B5A-3973F496909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00138" y="962025"/>
            <a:ext cx="4400550" cy="289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959225" rtl="0" eaLnBrk="0" fontAlgn="base" hangingPunct="0">
        <a:lnSpc>
          <a:spcPct val="90000"/>
        </a:lnSpc>
        <a:spcBef>
          <a:spcPct val="0"/>
        </a:spcBef>
        <a:spcAft>
          <a:spcPct val="0"/>
        </a:spcAft>
        <a:defRPr sz="19000" kern="1200">
          <a:solidFill>
            <a:schemeClr val="tx1"/>
          </a:solidFill>
          <a:latin typeface="+mj-lt"/>
          <a:ea typeface="+mj-ea"/>
          <a:cs typeface="+mj-cs"/>
        </a:defRPr>
      </a:lvl1pPr>
      <a:lvl2pPr algn="l" defTabSz="3959225" rtl="0" eaLnBrk="0" fontAlgn="base" hangingPunct="0">
        <a:lnSpc>
          <a:spcPct val="90000"/>
        </a:lnSpc>
        <a:spcBef>
          <a:spcPct val="0"/>
        </a:spcBef>
        <a:spcAft>
          <a:spcPct val="0"/>
        </a:spcAft>
        <a:defRPr sz="19000">
          <a:solidFill>
            <a:schemeClr val="tx1"/>
          </a:solidFill>
          <a:latin typeface="Aptos Display" panose="020B0004020202020204" pitchFamily="34" charset="0"/>
        </a:defRPr>
      </a:lvl2pPr>
      <a:lvl3pPr algn="l" defTabSz="3959225" rtl="0" eaLnBrk="0" fontAlgn="base" hangingPunct="0">
        <a:lnSpc>
          <a:spcPct val="90000"/>
        </a:lnSpc>
        <a:spcBef>
          <a:spcPct val="0"/>
        </a:spcBef>
        <a:spcAft>
          <a:spcPct val="0"/>
        </a:spcAft>
        <a:defRPr sz="19000">
          <a:solidFill>
            <a:schemeClr val="tx1"/>
          </a:solidFill>
          <a:latin typeface="Aptos Display" panose="020B0004020202020204" pitchFamily="34" charset="0"/>
        </a:defRPr>
      </a:lvl3pPr>
      <a:lvl4pPr algn="l" defTabSz="3959225" rtl="0" eaLnBrk="0" fontAlgn="base" hangingPunct="0">
        <a:lnSpc>
          <a:spcPct val="90000"/>
        </a:lnSpc>
        <a:spcBef>
          <a:spcPct val="0"/>
        </a:spcBef>
        <a:spcAft>
          <a:spcPct val="0"/>
        </a:spcAft>
        <a:defRPr sz="19000">
          <a:solidFill>
            <a:schemeClr val="tx1"/>
          </a:solidFill>
          <a:latin typeface="Aptos Display" panose="020B0004020202020204" pitchFamily="34" charset="0"/>
        </a:defRPr>
      </a:lvl4pPr>
      <a:lvl5pPr algn="l" defTabSz="3959225" rtl="0" eaLnBrk="0" fontAlgn="base" hangingPunct="0">
        <a:lnSpc>
          <a:spcPct val="90000"/>
        </a:lnSpc>
        <a:spcBef>
          <a:spcPct val="0"/>
        </a:spcBef>
        <a:spcAft>
          <a:spcPct val="0"/>
        </a:spcAft>
        <a:defRPr sz="19000">
          <a:solidFill>
            <a:schemeClr val="tx1"/>
          </a:solidFill>
          <a:latin typeface="Aptos Display" panose="020B0004020202020204" pitchFamily="34" charset="0"/>
        </a:defRPr>
      </a:lvl5pPr>
      <a:lvl6pPr marL="457200" algn="l" defTabSz="3959225" rtl="0" fontAlgn="base">
        <a:lnSpc>
          <a:spcPct val="90000"/>
        </a:lnSpc>
        <a:spcBef>
          <a:spcPct val="0"/>
        </a:spcBef>
        <a:spcAft>
          <a:spcPct val="0"/>
        </a:spcAft>
        <a:defRPr sz="19000">
          <a:solidFill>
            <a:schemeClr val="tx1"/>
          </a:solidFill>
          <a:latin typeface="Aptos Display" panose="020B0004020202020204" pitchFamily="34" charset="0"/>
        </a:defRPr>
      </a:lvl6pPr>
      <a:lvl7pPr marL="914400" algn="l" defTabSz="3959225" rtl="0" fontAlgn="base">
        <a:lnSpc>
          <a:spcPct val="90000"/>
        </a:lnSpc>
        <a:spcBef>
          <a:spcPct val="0"/>
        </a:spcBef>
        <a:spcAft>
          <a:spcPct val="0"/>
        </a:spcAft>
        <a:defRPr sz="19000">
          <a:solidFill>
            <a:schemeClr val="tx1"/>
          </a:solidFill>
          <a:latin typeface="Aptos Display" panose="020B0004020202020204" pitchFamily="34" charset="0"/>
        </a:defRPr>
      </a:lvl7pPr>
      <a:lvl8pPr marL="1371600" algn="l" defTabSz="3959225" rtl="0" fontAlgn="base">
        <a:lnSpc>
          <a:spcPct val="90000"/>
        </a:lnSpc>
        <a:spcBef>
          <a:spcPct val="0"/>
        </a:spcBef>
        <a:spcAft>
          <a:spcPct val="0"/>
        </a:spcAft>
        <a:defRPr sz="19000">
          <a:solidFill>
            <a:schemeClr val="tx1"/>
          </a:solidFill>
          <a:latin typeface="Aptos Display" panose="020B0004020202020204" pitchFamily="34" charset="0"/>
        </a:defRPr>
      </a:lvl8pPr>
      <a:lvl9pPr marL="1828800" algn="l" defTabSz="3959225" rtl="0" fontAlgn="base">
        <a:lnSpc>
          <a:spcPct val="90000"/>
        </a:lnSpc>
        <a:spcBef>
          <a:spcPct val="0"/>
        </a:spcBef>
        <a:spcAft>
          <a:spcPct val="0"/>
        </a:spcAft>
        <a:defRPr sz="19000">
          <a:solidFill>
            <a:schemeClr val="tx1"/>
          </a:solidFill>
          <a:latin typeface="Aptos Display" panose="020B0004020202020204" pitchFamily="34" charset="0"/>
        </a:defRPr>
      </a:lvl9pPr>
    </p:titleStyle>
    <p:bodyStyle>
      <a:lvl1pPr marL="989013" indent="-989013" algn="l" defTabSz="3959225" rtl="0" eaLnBrk="0" fontAlgn="base" hangingPunct="0">
        <a:lnSpc>
          <a:spcPct val="90000"/>
        </a:lnSpc>
        <a:spcBef>
          <a:spcPts val="4325"/>
        </a:spcBef>
        <a:spcAft>
          <a:spcPct val="0"/>
        </a:spcAft>
        <a:buFont typeface="Arial" panose="020B0604020202020204" pitchFamily="34" charset="0"/>
        <a:buChar char="•"/>
        <a:defRPr sz="12100" kern="1200">
          <a:solidFill>
            <a:schemeClr val="tx1"/>
          </a:solidFill>
          <a:latin typeface="+mn-lt"/>
          <a:ea typeface="+mn-ea"/>
          <a:cs typeface="+mn-cs"/>
        </a:defRPr>
      </a:lvl1pPr>
      <a:lvl2pPr marL="2968625" indent="-989013" algn="l" defTabSz="3959225" rtl="0" eaLnBrk="0" fontAlgn="base" hangingPunct="0">
        <a:lnSpc>
          <a:spcPct val="90000"/>
        </a:lnSpc>
        <a:spcBef>
          <a:spcPts val="2163"/>
        </a:spcBef>
        <a:spcAft>
          <a:spcPct val="0"/>
        </a:spcAft>
        <a:buFont typeface="Arial" panose="020B0604020202020204" pitchFamily="34" charset="0"/>
        <a:buChar char="•"/>
        <a:defRPr sz="10300" kern="1200">
          <a:solidFill>
            <a:schemeClr val="tx1"/>
          </a:solidFill>
          <a:latin typeface="+mn-lt"/>
          <a:ea typeface="+mn-ea"/>
          <a:cs typeface="+mn-cs"/>
        </a:defRPr>
      </a:lvl2pPr>
      <a:lvl3pPr marL="4949825" indent="-989013" algn="l" defTabSz="3959225" rtl="0" eaLnBrk="0" fontAlgn="base" hangingPunct="0">
        <a:lnSpc>
          <a:spcPct val="90000"/>
        </a:lnSpc>
        <a:spcBef>
          <a:spcPts val="2163"/>
        </a:spcBef>
        <a:spcAft>
          <a:spcPct val="0"/>
        </a:spcAft>
        <a:buFont typeface="Arial" panose="020B0604020202020204" pitchFamily="34" charset="0"/>
        <a:buChar char="•"/>
        <a:defRPr sz="8600" kern="1200">
          <a:solidFill>
            <a:schemeClr val="tx1"/>
          </a:solidFill>
          <a:latin typeface="+mn-lt"/>
          <a:ea typeface="+mn-ea"/>
          <a:cs typeface="+mn-cs"/>
        </a:defRPr>
      </a:lvl3pPr>
      <a:lvl4pPr marL="6929438" indent="-989013" algn="l" defTabSz="3959225" rtl="0" eaLnBrk="0" fontAlgn="base" hangingPunct="0">
        <a:lnSpc>
          <a:spcPct val="90000"/>
        </a:lnSpc>
        <a:spcBef>
          <a:spcPts val="2163"/>
        </a:spcBef>
        <a:spcAft>
          <a:spcPct val="0"/>
        </a:spcAft>
        <a:buFont typeface="Arial" panose="020B0604020202020204" pitchFamily="34" charset="0"/>
        <a:buChar char="•"/>
        <a:defRPr sz="7700" kern="1200">
          <a:solidFill>
            <a:schemeClr val="tx1"/>
          </a:solidFill>
          <a:latin typeface="+mn-lt"/>
          <a:ea typeface="+mn-ea"/>
          <a:cs typeface="+mn-cs"/>
        </a:defRPr>
      </a:lvl4pPr>
      <a:lvl5pPr marL="8909050" indent="-989013" algn="l" defTabSz="3959225" rtl="0" eaLnBrk="0" fontAlgn="base" hangingPunct="0">
        <a:lnSpc>
          <a:spcPct val="90000"/>
        </a:lnSpc>
        <a:spcBef>
          <a:spcPts val="2163"/>
        </a:spcBef>
        <a:spcAft>
          <a:spcPct val="0"/>
        </a:spcAft>
        <a:buFont typeface="Arial" panose="020B0604020202020204" pitchFamily="34" charset="0"/>
        <a:buChar char="•"/>
        <a:defRPr sz="7700" kern="1200">
          <a:solidFill>
            <a:schemeClr val="tx1"/>
          </a:solidFill>
          <a:latin typeface="+mn-lt"/>
          <a:ea typeface="+mn-ea"/>
          <a:cs typeface="+mn-cs"/>
        </a:defRPr>
      </a:lvl5pPr>
      <a:lvl6pPr marL="10889978"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6pPr>
      <a:lvl7pPr marL="12869974"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7pPr>
      <a:lvl8pPr marL="14849970"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8pPr>
      <a:lvl9pPr marL="16829966" indent="-989998" algn="l" defTabSz="3959992" rtl="0" eaLnBrk="1" latinLnBrk="0" hangingPunct="1">
        <a:lnSpc>
          <a:spcPct val="90000"/>
        </a:lnSpc>
        <a:spcBef>
          <a:spcPts val="2165"/>
        </a:spcBef>
        <a:buFont typeface="Arial" panose="020B0604020202020204" pitchFamily="34" charset="0"/>
        <a:buChar char="•"/>
        <a:defRPr sz="7795" kern="1200">
          <a:solidFill>
            <a:schemeClr val="tx1"/>
          </a:solidFill>
          <a:latin typeface="+mn-lt"/>
          <a:ea typeface="+mn-ea"/>
          <a:cs typeface="+mn-cs"/>
        </a:defRPr>
      </a:lvl9pPr>
    </p:bodyStyle>
    <p:otherStyle>
      <a:defPPr>
        <a:defRPr lang="en-US"/>
      </a:defPPr>
      <a:lvl1pPr marL="0" algn="l" defTabSz="3959992" rtl="0" eaLnBrk="1" latinLnBrk="0" hangingPunct="1">
        <a:defRPr sz="7795" kern="1200">
          <a:solidFill>
            <a:schemeClr val="tx1"/>
          </a:solidFill>
          <a:latin typeface="+mn-lt"/>
          <a:ea typeface="+mn-ea"/>
          <a:cs typeface="+mn-cs"/>
        </a:defRPr>
      </a:lvl1pPr>
      <a:lvl2pPr marL="1979996" algn="l" defTabSz="3959992" rtl="0" eaLnBrk="1" latinLnBrk="0" hangingPunct="1">
        <a:defRPr sz="7795" kern="1200">
          <a:solidFill>
            <a:schemeClr val="tx1"/>
          </a:solidFill>
          <a:latin typeface="+mn-lt"/>
          <a:ea typeface="+mn-ea"/>
          <a:cs typeface="+mn-cs"/>
        </a:defRPr>
      </a:lvl2pPr>
      <a:lvl3pPr marL="3959992" algn="l" defTabSz="3959992" rtl="0" eaLnBrk="1" latinLnBrk="0" hangingPunct="1">
        <a:defRPr sz="7795" kern="1200">
          <a:solidFill>
            <a:schemeClr val="tx1"/>
          </a:solidFill>
          <a:latin typeface="+mn-lt"/>
          <a:ea typeface="+mn-ea"/>
          <a:cs typeface="+mn-cs"/>
        </a:defRPr>
      </a:lvl3pPr>
      <a:lvl4pPr marL="5939988" algn="l" defTabSz="3959992" rtl="0" eaLnBrk="1" latinLnBrk="0" hangingPunct="1">
        <a:defRPr sz="7795" kern="1200">
          <a:solidFill>
            <a:schemeClr val="tx1"/>
          </a:solidFill>
          <a:latin typeface="+mn-lt"/>
          <a:ea typeface="+mn-ea"/>
          <a:cs typeface="+mn-cs"/>
        </a:defRPr>
      </a:lvl4pPr>
      <a:lvl5pPr marL="7919984" algn="l" defTabSz="3959992" rtl="0" eaLnBrk="1" latinLnBrk="0" hangingPunct="1">
        <a:defRPr sz="7795" kern="1200">
          <a:solidFill>
            <a:schemeClr val="tx1"/>
          </a:solidFill>
          <a:latin typeface="+mn-lt"/>
          <a:ea typeface="+mn-ea"/>
          <a:cs typeface="+mn-cs"/>
        </a:defRPr>
      </a:lvl5pPr>
      <a:lvl6pPr marL="9899980" algn="l" defTabSz="3959992" rtl="0" eaLnBrk="1" latinLnBrk="0" hangingPunct="1">
        <a:defRPr sz="7795" kern="1200">
          <a:solidFill>
            <a:schemeClr val="tx1"/>
          </a:solidFill>
          <a:latin typeface="+mn-lt"/>
          <a:ea typeface="+mn-ea"/>
          <a:cs typeface="+mn-cs"/>
        </a:defRPr>
      </a:lvl6pPr>
      <a:lvl7pPr marL="11879976" algn="l" defTabSz="3959992" rtl="0" eaLnBrk="1" latinLnBrk="0" hangingPunct="1">
        <a:defRPr sz="7795" kern="1200">
          <a:solidFill>
            <a:schemeClr val="tx1"/>
          </a:solidFill>
          <a:latin typeface="+mn-lt"/>
          <a:ea typeface="+mn-ea"/>
          <a:cs typeface="+mn-cs"/>
        </a:defRPr>
      </a:lvl7pPr>
      <a:lvl8pPr marL="13859972" algn="l" defTabSz="3959992" rtl="0" eaLnBrk="1" latinLnBrk="0" hangingPunct="1">
        <a:defRPr sz="7795" kern="1200">
          <a:solidFill>
            <a:schemeClr val="tx1"/>
          </a:solidFill>
          <a:latin typeface="+mn-lt"/>
          <a:ea typeface="+mn-ea"/>
          <a:cs typeface="+mn-cs"/>
        </a:defRPr>
      </a:lvl8pPr>
      <a:lvl9pPr marL="15839968" algn="l" defTabSz="3959992" rtl="0" eaLnBrk="1" latinLnBrk="0" hangingPunct="1">
        <a:defRPr sz="7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13">
            <a:extLst>
              <a:ext uri="{FF2B5EF4-FFF2-40B4-BE49-F238E27FC236}">
                <a16:creationId xmlns:a16="http://schemas.microsoft.com/office/drawing/2014/main" id="{CB3E133F-D69A-14D3-54DF-31688AB665FF}"/>
              </a:ext>
            </a:extLst>
          </p:cNvPr>
          <p:cNvSpPr txBox="1">
            <a:spLocks noChangeArrowheads="1"/>
          </p:cNvSpPr>
          <p:nvPr/>
        </p:nvSpPr>
        <p:spPr bwMode="auto">
          <a:xfrm>
            <a:off x="9831388" y="908050"/>
            <a:ext cx="28736925" cy="3714750"/>
          </a:xfrm>
          <a:prstGeom prst="rect">
            <a:avLst/>
          </a:prstGeom>
          <a:no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756"/>
              </a:spcBef>
              <a:spcAft>
                <a:spcPts val="0"/>
              </a:spcAft>
              <a:defRPr/>
            </a:pPr>
            <a:r>
              <a:rPr lang="en-US" altLang="en-US" sz="9924" b="1">
                <a:solidFill>
                  <a:srgbClr val="FFFFFF"/>
                </a:solidFill>
                <a:ea typeface="ＭＳ Ｐゴシック" panose="020B0600070205080204" pitchFamily="34" charset="-128"/>
                <a:cs typeface="Arial" panose="020B0604020202020204" pitchFamily="34" charset="0"/>
              </a:rPr>
              <a:t>Title of the Research Project</a:t>
            </a:r>
          </a:p>
          <a:p>
            <a:pPr eaLnBrk="1" fontAlgn="auto" hangingPunct="1">
              <a:spcBef>
                <a:spcPts val="2639"/>
              </a:spcBef>
              <a:spcAft>
                <a:spcPts val="0"/>
              </a:spcAft>
              <a:defRPr/>
            </a:pPr>
            <a:r>
              <a:rPr lang="en-US" altLang="en-US" sz="3789">
                <a:solidFill>
                  <a:srgbClr val="FFFFFF"/>
                </a:solidFill>
                <a:ea typeface="ＭＳ Ｐゴシック" panose="020B0600070205080204" pitchFamily="34" charset="-128"/>
                <a:cs typeface="Arial" panose="020B0604020202020204" pitchFamily="34" charset="0"/>
              </a:rPr>
              <a:t>Names of Presenters, Associates and Collaborators</a:t>
            </a:r>
          </a:p>
          <a:p>
            <a:pPr eaLnBrk="1" fontAlgn="auto" hangingPunct="1">
              <a:spcBef>
                <a:spcPts val="0"/>
              </a:spcBef>
              <a:spcAft>
                <a:spcPts val="0"/>
              </a:spcAft>
              <a:defRPr/>
            </a:pPr>
            <a:endParaRPr lang="en-US" altLang="en-US" sz="11368" b="1">
              <a:solidFill>
                <a:srgbClr val="000000"/>
              </a:solidFill>
              <a:ea typeface="ＭＳ Ｐゴシック" panose="020B0600070205080204" pitchFamily="34" charset="-128"/>
              <a:cs typeface="Arial" panose="020B0604020202020204" pitchFamily="34" charset="0"/>
            </a:endParaRPr>
          </a:p>
        </p:txBody>
      </p:sp>
      <p:sp>
        <p:nvSpPr>
          <p:cNvPr id="3075" name="TextBox 13">
            <a:extLst>
              <a:ext uri="{FF2B5EF4-FFF2-40B4-BE49-F238E27FC236}">
                <a16:creationId xmlns:a16="http://schemas.microsoft.com/office/drawing/2014/main" id="{CCA57372-1DB7-399C-5B0C-D27FA598B87F}"/>
              </a:ext>
            </a:extLst>
          </p:cNvPr>
          <p:cNvSpPr txBox="1">
            <a:spLocks noChangeArrowheads="1"/>
          </p:cNvSpPr>
          <p:nvPr/>
        </p:nvSpPr>
        <p:spPr bwMode="auto">
          <a:xfrm>
            <a:off x="5707063" y="150813"/>
            <a:ext cx="33893125" cy="3713162"/>
          </a:xfrm>
          <a:prstGeom prst="rect">
            <a:avLst/>
          </a:prstGeom>
          <a:solidFill>
            <a:srgbClr val="0DBFD5"/>
          </a:solid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756"/>
              </a:spcBef>
              <a:spcAft>
                <a:spcPts val="0"/>
              </a:spcAft>
              <a:defRPr/>
            </a:pPr>
            <a:r>
              <a:rPr lang="en-US" altLang="en-US" sz="9924" b="1" dirty="0">
                <a:solidFill>
                  <a:srgbClr val="FFFFFF"/>
                </a:solidFill>
                <a:ea typeface="ＭＳ Ｐゴシック" panose="020B0600070205080204" pitchFamily="34" charset="-128"/>
                <a:cs typeface="Arial" panose="020B0604020202020204" pitchFamily="34" charset="0"/>
              </a:rPr>
              <a:t>Assessing the Homogeneity Of Dose Delivered To Circulating Blood During Sweeping Cobalt-60 Total Body Irradiation</a:t>
            </a:r>
          </a:p>
          <a:p>
            <a:pPr eaLnBrk="1" fontAlgn="auto" hangingPunct="1">
              <a:spcBef>
                <a:spcPts val="2639"/>
              </a:spcBef>
              <a:spcAft>
                <a:spcPts val="0"/>
              </a:spcAft>
              <a:defRPr/>
            </a:pPr>
            <a:r>
              <a:rPr lang="en-US" altLang="en-US" sz="3789" dirty="0">
                <a:solidFill>
                  <a:srgbClr val="FFFFFF"/>
                </a:solidFill>
                <a:ea typeface="ＭＳ Ｐゴシック" panose="020B0600070205080204" pitchFamily="34" charset="-128"/>
                <a:cs typeface="Arial" panose="020B0604020202020204" pitchFamily="34" charset="0"/>
              </a:rPr>
              <a:t>Names of</a:t>
            </a:r>
            <a:endParaRPr lang="en-US" altLang="en-US" sz="11368" b="1" dirty="0">
              <a:solidFill>
                <a:srgbClr val="000000"/>
              </a:solidFill>
              <a:ea typeface="ＭＳ Ｐゴシック" panose="020B0600070205080204" pitchFamily="34" charset="-128"/>
              <a:cs typeface="Arial" panose="020B0604020202020204" pitchFamily="34" charset="0"/>
            </a:endParaRPr>
          </a:p>
        </p:txBody>
      </p:sp>
      <p:sp>
        <p:nvSpPr>
          <p:cNvPr id="3077" name="Text Box 57">
            <a:extLst>
              <a:ext uri="{FF2B5EF4-FFF2-40B4-BE49-F238E27FC236}">
                <a16:creationId xmlns:a16="http://schemas.microsoft.com/office/drawing/2014/main" id="{D28637CD-42A3-B8BE-D704-265DF081B38F}"/>
              </a:ext>
            </a:extLst>
          </p:cNvPr>
          <p:cNvSpPr txBox="1">
            <a:spLocks noChangeArrowheads="1"/>
          </p:cNvSpPr>
          <p:nvPr/>
        </p:nvSpPr>
        <p:spPr bwMode="auto">
          <a:xfrm>
            <a:off x="1082675" y="8370094"/>
            <a:ext cx="9000000" cy="17205736"/>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1200"/>
              </a:spcAft>
              <a:defRPr/>
            </a:pPr>
            <a:r>
              <a:rPr lang="en-US" altLang="en-US" sz="4800" b="1" dirty="0">
                <a:solidFill>
                  <a:srgbClr val="0DBFD5"/>
                </a:solidFill>
              </a:rPr>
              <a:t>Introduction</a:t>
            </a:r>
            <a:r>
              <a:rPr lang="en-US" altLang="en-US" sz="5400" b="1" dirty="0">
                <a:solidFill>
                  <a:srgbClr val="0DBFD5"/>
                </a:solidFill>
              </a:rPr>
              <a:t> </a:t>
            </a:r>
          </a:p>
          <a:p>
            <a:pPr marL="342900" indent="-342900" eaLnBrk="1" fontAlgn="auto" hangingPunct="1">
              <a:spcBef>
                <a:spcPct val="50000"/>
              </a:spcBef>
              <a:spcAft>
                <a:spcPts val="1200"/>
              </a:spcAft>
              <a:buFont typeface="Arial" panose="020B0604020202020204" pitchFamily="34" charset="0"/>
              <a:buChar char="•"/>
              <a:defRPr/>
            </a:pPr>
            <a:r>
              <a:rPr lang="en-US" altLang="en-US" sz="2800" b="1" dirty="0"/>
              <a:t>Total body irradiation (TBI) :</a:t>
            </a:r>
            <a:r>
              <a:rPr lang="en-US" altLang="en-US" sz="2800" dirty="0"/>
              <a:t>  the entire body is irradiated to prepare the patient for stem cell transplant.</a:t>
            </a:r>
          </a:p>
          <a:p>
            <a:pPr marL="342900" indent="-342900" eaLnBrk="1" fontAlgn="auto" hangingPunct="1">
              <a:spcBef>
                <a:spcPct val="50000"/>
              </a:spcBef>
              <a:spcAft>
                <a:spcPts val="1200"/>
              </a:spcAft>
              <a:buFont typeface="Arial" panose="020B0604020202020204" pitchFamily="34" charset="0"/>
              <a:buChar char="•"/>
              <a:defRPr/>
            </a:pPr>
            <a:r>
              <a:rPr lang="en-US" altLang="en-US" sz="2800" b="1" dirty="0"/>
              <a:t>AAPM Report No 17: </a:t>
            </a:r>
            <a:r>
              <a:rPr lang="en-US" altLang="en-US" sz="2800" dirty="0"/>
              <a:t>questioned whether moving beam or </a:t>
            </a:r>
            <a:r>
              <a:rPr lang="en-US" altLang="en-US" sz="2800" dirty="0" err="1"/>
              <a:t>junctioned</a:t>
            </a:r>
            <a:r>
              <a:rPr lang="en-US" altLang="en-US" sz="2800" dirty="0"/>
              <a:t>-field TBI techniques, which do not simultaneously irradiate the entire body, evenly dose residual cancer cells in the circulating blood [1].</a:t>
            </a:r>
          </a:p>
          <a:p>
            <a:pPr eaLnBrk="1" fontAlgn="auto" hangingPunct="1">
              <a:spcBef>
                <a:spcPts val="0"/>
              </a:spcBef>
              <a:spcAft>
                <a:spcPts val="1200"/>
              </a:spcAft>
              <a:defRPr/>
            </a:pPr>
            <a:endParaRPr lang="en-US" altLang="en-US" sz="2400" dirty="0"/>
          </a:p>
          <a:p>
            <a:pPr eaLnBrk="1" fontAlgn="auto" hangingPunct="1">
              <a:spcBef>
                <a:spcPts val="0"/>
              </a:spcBef>
              <a:spcAft>
                <a:spcPts val="0"/>
              </a:spcAft>
              <a:defRPr/>
            </a:pPr>
            <a:endParaRPr lang="en-US" altLang="en-US" sz="2400"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2165" dirty="0"/>
          </a:p>
          <a:p>
            <a:pPr eaLnBrk="1" fontAlgn="auto" hangingPunct="1">
              <a:spcBef>
                <a:spcPts val="0"/>
              </a:spcBef>
              <a:spcAft>
                <a:spcPts val="0"/>
              </a:spcAft>
              <a:defRPr/>
            </a:pPr>
            <a:endParaRPr lang="en-US" altLang="en-US" sz="3248" dirty="0"/>
          </a:p>
          <a:p>
            <a:pPr eaLnBrk="1" fontAlgn="auto" hangingPunct="1">
              <a:spcBef>
                <a:spcPts val="0"/>
              </a:spcBef>
              <a:spcAft>
                <a:spcPts val="0"/>
              </a:spcAft>
              <a:defRPr/>
            </a:pPr>
            <a:endParaRPr lang="en-US" altLang="en-US" sz="3248" dirty="0">
              <a:solidFill>
                <a:srgbClr val="0DBFD5"/>
              </a:solidFill>
            </a:endParaRPr>
          </a:p>
          <a:p>
            <a:pPr eaLnBrk="1" fontAlgn="auto" hangingPunct="1">
              <a:spcBef>
                <a:spcPts val="0"/>
              </a:spcBef>
              <a:spcAft>
                <a:spcPts val="0"/>
              </a:spcAft>
              <a:defRPr/>
            </a:pPr>
            <a:endParaRPr lang="en-US" altLang="en-US" sz="2526" b="1" dirty="0">
              <a:solidFill>
                <a:srgbClr val="00988E"/>
              </a:solidFill>
            </a:endParaRPr>
          </a:p>
        </p:txBody>
      </p:sp>
      <p:sp>
        <p:nvSpPr>
          <p:cNvPr id="3078" name="Text Box 59">
            <a:extLst>
              <a:ext uri="{FF2B5EF4-FFF2-40B4-BE49-F238E27FC236}">
                <a16:creationId xmlns:a16="http://schemas.microsoft.com/office/drawing/2014/main" id="{C509CB5F-8B17-C02A-F4AC-9CE5E6B401ED}"/>
              </a:ext>
            </a:extLst>
          </p:cNvPr>
          <p:cNvSpPr txBox="1">
            <a:spLocks noChangeArrowheads="1"/>
          </p:cNvSpPr>
          <p:nvPr/>
        </p:nvSpPr>
        <p:spPr bwMode="auto">
          <a:xfrm>
            <a:off x="10962879" y="4970463"/>
            <a:ext cx="9000000" cy="9818072"/>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200"/>
              </a:spcAft>
              <a:defRPr/>
            </a:pPr>
            <a:r>
              <a:rPr lang="en-US" altLang="en-US" sz="3200" b="1" dirty="0">
                <a:solidFill>
                  <a:srgbClr val="0DBFD5"/>
                </a:solidFill>
              </a:rPr>
              <a:t>Sweeping Co-60 TBI</a:t>
            </a:r>
          </a:p>
          <a:p>
            <a:pPr marL="457200" indent="-457200" eaLnBrk="1" fontAlgn="auto" hangingPunct="1">
              <a:spcBef>
                <a:spcPts val="0"/>
              </a:spcBef>
              <a:spcAft>
                <a:spcPts val="1200"/>
              </a:spcAft>
              <a:buFont typeface="Arial" panose="020B0604020202020204" pitchFamily="34" charset="0"/>
              <a:buChar char="•"/>
              <a:defRPr/>
            </a:pPr>
            <a:r>
              <a:rPr lang="en-US" altLang="en-US" sz="2800" b="1" dirty="0"/>
              <a:t>Delivery Technique:</a:t>
            </a:r>
            <a:r>
              <a:rPr lang="en-US" altLang="en-US" sz="2800" dirty="0"/>
              <a:t> an extended source-to-surface distance treatment, where the patient lies first supine and then prone while the treatment head is swept over a 90-degree angle. A polystyrene flattening filter and lead lung compensators are placed above the patient to achieve as uniform a dose as possible throughout the patient. </a:t>
            </a:r>
          </a:p>
          <a:p>
            <a:pPr marL="457200" indent="-457200" eaLnBrk="1" fontAlgn="auto" hangingPunct="1">
              <a:spcBef>
                <a:spcPts val="0"/>
              </a:spcBef>
              <a:spcAft>
                <a:spcPts val="1200"/>
              </a:spcAft>
              <a:buFont typeface="Arial" panose="020B0604020202020204" pitchFamily="34" charset="0"/>
              <a:buChar char="•"/>
              <a:defRPr/>
            </a:pPr>
            <a:r>
              <a:rPr lang="en-US" altLang="en-US" sz="2800" b="1" dirty="0"/>
              <a:t>Phantom Modelling for </a:t>
            </a:r>
            <a:r>
              <a:rPr lang="en-US" altLang="en-US" sz="2800" b="1" dirty="0" err="1"/>
              <a:t>EGSnrc</a:t>
            </a:r>
            <a:r>
              <a:rPr lang="en-US" altLang="en-US" sz="2800" b="1" dirty="0"/>
              <a:t>:</a:t>
            </a:r>
            <a:r>
              <a:rPr lang="en-US" altLang="en-US" sz="2800" dirty="0"/>
              <a:t> a synthetic CT of the 4D </a:t>
            </a:r>
            <a:r>
              <a:rPr lang="en-US" altLang="en-US" sz="2800"/>
              <a:t>XCAT phantom, </a:t>
            </a:r>
            <a:r>
              <a:rPr lang="en-US" altLang="en-US" sz="2800" dirty="0"/>
              <a:t>along </a:t>
            </a:r>
            <a:r>
              <a:rPr lang="en-US" altLang="en-US" sz="2800"/>
              <a:t>with the </a:t>
            </a:r>
            <a:r>
              <a:rPr lang="en-US" altLang="en-US" sz="2800" dirty="0"/>
              <a:t>beam modulating components discussed above, were converted to an </a:t>
            </a:r>
            <a:r>
              <a:rPr lang="en-US" altLang="en-US" sz="2800" i="1" dirty="0" err="1"/>
              <a:t>egsphant</a:t>
            </a:r>
            <a:r>
              <a:rPr lang="en-US" altLang="en-US" sz="2800" i="1" dirty="0"/>
              <a:t> </a:t>
            </a:r>
            <a:r>
              <a:rPr lang="en-US" altLang="en-US" sz="2800" dirty="0"/>
              <a:t>file. </a:t>
            </a:r>
            <a:endParaRPr lang="en-US" altLang="en-US" sz="2800" b="1" dirty="0"/>
          </a:p>
          <a:p>
            <a:pPr marL="457200" indent="-457200" eaLnBrk="1" fontAlgn="auto" hangingPunct="1">
              <a:spcBef>
                <a:spcPts val="0"/>
              </a:spcBef>
              <a:spcAft>
                <a:spcPts val="1200"/>
              </a:spcAft>
              <a:buFont typeface="Arial" panose="020B0604020202020204" pitchFamily="34" charset="0"/>
              <a:buChar char="•"/>
              <a:defRPr/>
            </a:pPr>
            <a:r>
              <a:rPr lang="en-US" altLang="en-US" sz="2800" b="1" dirty="0" err="1"/>
              <a:t>DOSXYZnrc</a:t>
            </a:r>
            <a:r>
              <a:rPr lang="en-US" altLang="en-US" sz="2800" b="1" dirty="0"/>
              <a:t> Simulation:</a:t>
            </a:r>
            <a:r>
              <a:rPr lang="en-US" altLang="en-US" sz="2800" dirty="0"/>
              <a:t> using Source 20 and a phase space generated below the jaws of the modelled </a:t>
            </a:r>
            <a:r>
              <a:rPr lang="en-US" altLang="en-US" sz="2800" dirty="0" err="1"/>
              <a:t>Theratron</a:t>
            </a:r>
            <a:r>
              <a:rPr lang="en-US" altLang="en-US" sz="2800" dirty="0"/>
              <a:t> 780C, 200 billion particles were simulated for each individual sweep.</a:t>
            </a:r>
            <a:endParaRPr lang="en-US" altLang="en-US" sz="2800" b="1" dirty="0"/>
          </a:p>
          <a:p>
            <a:pPr marL="457200" indent="-457200" eaLnBrk="1" fontAlgn="auto" hangingPunct="1">
              <a:spcBef>
                <a:spcPts val="0"/>
              </a:spcBef>
              <a:spcAft>
                <a:spcPts val="1200"/>
              </a:spcAft>
              <a:buFont typeface="Arial" panose="020B0604020202020204" pitchFamily="34" charset="0"/>
              <a:buChar char="•"/>
              <a:defRPr/>
            </a:pPr>
            <a:r>
              <a:rPr lang="en-US" altLang="en-US" sz="2800" b="1" dirty="0"/>
              <a:t>Conversion Factor (k):</a:t>
            </a:r>
            <a:r>
              <a:rPr lang="en-US" altLang="en-US" sz="2800" dirty="0"/>
              <a:t> by recreating the TG-51 geometry in </a:t>
            </a:r>
            <a:r>
              <a:rPr lang="en-US" altLang="en-US" sz="2800" dirty="0" err="1"/>
              <a:t>EGSnrc</a:t>
            </a:r>
            <a:r>
              <a:rPr lang="en-US" altLang="en-US" sz="2800" dirty="0"/>
              <a:t> and utilizing the measured dose rate, an absolute calibration factor was computed. The calibration factor converts the Gy/particle output of a </a:t>
            </a:r>
            <a:r>
              <a:rPr lang="en-US" altLang="en-US" sz="2800" dirty="0" err="1"/>
              <a:t>DOSXYZnrc</a:t>
            </a:r>
            <a:r>
              <a:rPr lang="en-US" altLang="en-US" sz="2800" dirty="0"/>
              <a:t> simulation to Gy. </a:t>
            </a:r>
            <a:endParaRPr lang="en-US" altLang="en-US" sz="3200" b="1" dirty="0">
              <a:solidFill>
                <a:srgbClr val="0DBFD5"/>
              </a:solidFill>
            </a:endParaRPr>
          </a:p>
        </p:txBody>
      </p:sp>
      <p:sp>
        <p:nvSpPr>
          <p:cNvPr id="3079" name="Text Box 60">
            <a:extLst>
              <a:ext uri="{FF2B5EF4-FFF2-40B4-BE49-F238E27FC236}">
                <a16:creationId xmlns:a16="http://schemas.microsoft.com/office/drawing/2014/main" id="{0F70002C-B8BB-6797-615E-0B9C50601BCF}"/>
              </a:ext>
            </a:extLst>
          </p:cNvPr>
          <p:cNvSpPr txBox="1">
            <a:spLocks noChangeArrowheads="1"/>
          </p:cNvSpPr>
          <p:nvPr/>
        </p:nvSpPr>
        <p:spPr bwMode="auto">
          <a:xfrm>
            <a:off x="20365781" y="18334624"/>
            <a:ext cx="9000000" cy="1758495"/>
          </a:xfrm>
          <a:prstGeom prst="rect">
            <a:avLst/>
          </a:prstGeom>
          <a:solidFill>
            <a:schemeClr val="bg1"/>
          </a:solidFill>
          <a:ln>
            <a:noFill/>
          </a:ln>
          <a:effectLst/>
        </p:spPr>
        <p:txBody>
          <a:bodyPr wrap="square">
            <a:spAutoFit/>
          </a:bodyPr>
          <a:lstStyle>
            <a:lvl1pPr defTabSz="5016500">
              <a:defRPr sz="9900">
                <a:solidFill>
                  <a:schemeClr val="tx1"/>
                </a:solidFill>
                <a:latin typeface="Arial" panose="020B0604020202020204" pitchFamily="34" charset="0"/>
              </a:defRPr>
            </a:lvl1pPr>
            <a:lvl2pPr marL="800100" indent="-342900" defTabSz="5016500">
              <a:defRPr sz="9900">
                <a:solidFill>
                  <a:schemeClr val="tx1"/>
                </a:solidFill>
                <a:latin typeface="Arial" panose="020B0604020202020204" pitchFamily="34" charset="0"/>
              </a:defRPr>
            </a:lvl2pPr>
            <a:lvl3pPr marL="1257300" indent="-342900" defTabSz="5016500">
              <a:defRPr sz="9900">
                <a:solidFill>
                  <a:schemeClr val="tx1"/>
                </a:solidFill>
                <a:latin typeface="Arial" panose="020B0604020202020204" pitchFamily="34" charset="0"/>
              </a:defRPr>
            </a:lvl3pPr>
            <a:lvl4pPr marL="1714500" indent="-342900" defTabSz="5016500">
              <a:defRPr sz="9900">
                <a:solidFill>
                  <a:schemeClr val="tx1"/>
                </a:solidFill>
                <a:latin typeface="Arial" panose="020B0604020202020204" pitchFamily="34" charset="0"/>
              </a:defRPr>
            </a:lvl4pPr>
            <a:lvl5pPr marL="2171700" indent="-342900" defTabSz="5016500">
              <a:defRPr sz="9900">
                <a:solidFill>
                  <a:schemeClr val="tx1"/>
                </a:solidFill>
                <a:latin typeface="Arial" panose="020B0604020202020204" pitchFamily="34" charset="0"/>
              </a:defRPr>
            </a:lvl5pPr>
            <a:lvl6pPr marL="2628900" indent="-342900" defTabSz="5016500" eaLnBrk="0" fontAlgn="base" hangingPunct="0">
              <a:spcBef>
                <a:spcPct val="0"/>
              </a:spcBef>
              <a:spcAft>
                <a:spcPct val="0"/>
              </a:spcAft>
              <a:defRPr sz="9900">
                <a:solidFill>
                  <a:schemeClr val="tx1"/>
                </a:solidFill>
                <a:latin typeface="Arial" panose="020B0604020202020204" pitchFamily="34" charset="0"/>
              </a:defRPr>
            </a:lvl6pPr>
            <a:lvl7pPr marL="3086100" indent="-342900" defTabSz="5016500" eaLnBrk="0" fontAlgn="base" hangingPunct="0">
              <a:spcBef>
                <a:spcPct val="0"/>
              </a:spcBef>
              <a:spcAft>
                <a:spcPct val="0"/>
              </a:spcAft>
              <a:defRPr sz="9900">
                <a:solidFill>
                  <a:schemeClr val="tx1"/>
                </a:solidFill>
                <a:latin typeface="Arial" panose="020B0604020202020204" pitchFamily="34" charset="0"/>
              </a:defRPr>
            </a:lvl7pPr>
            <a:lvl8pPr marL="3543300" indent="-342900" defTabSz="5016500" eaLnBrk="0" fontAlgn="base" hangingPunct="0">
              <a:spcBef>
                <a:spcPct val="0"/>
              </a:spcBef>
              <a:spcAft>
                <a:spcPct val="0"/>
              </a:spcAft>
              <a:defRPr sz="9900">
                <a:solidFill>
                  <a:schemeClr val="tx1"/>
                </a:solidFill>
                <a:latin typeface="Arial" panose="020B0604020202020204" pitchFamily="34" charset="0"/>
              </a:defRPr>
            </a:lvl8pPr>
            <a:lvl9pPr marL="4000500" indent="-3429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4872" b="1" dirty="0">
                <a:solidFill>
                  <a:srgbClr val="0DBFD5"/>
                </a:solidFill>
              </a:rPr>
              <a:t>Results</a:t>
            </a:r>
          </a:p>
          <a:p>
            <a:pPr eaLnBrk="1" fontAlgn="auto" hangingPunct="1">
              <a:spcBef>
                <a:spcPts val="0"/>
              </a:spcBef>
              <a:spcAft>
                <a:spcPts val="0"/>
              </a:spcAft>
              <a:defRPr/>
            </a:pPr>
            <a:endParaRPr lang="en-US" altLang="en-US" sz="4872" b="1" dirty="0">
              <a:solidFill>
                <a:srgbClr val="0DBFD5"/>
              </a:solidFill>
            </a:endParaRPr>
          </a:p>
          <a:p>
            <a:pPr eaLnBrk="1" fontAlgn="auto" hangingPunct="1">
              <a:spcBef>
                <a:spcPts val="0"/>
              </a:spcBef>
              <a:spcAft>
                <a:spcPts val="0"/>
              </a:spcAft>
              <a:defRPr/>
            </a:pPr>
            <a:endParaRPr lang="en-US" altLang="en-US" sz="1083" i="1" dirty="0"/>
          </a:p>
        </p:txBody>
      </p:sp>
      <p:sp>
        <p:nvSpPr>
          <p:cNvPr id="3080" name="Text Box 66">
            <a:extLst>
              <a:ext uri="{FF2B5EF4-FFF2-40B4-BE49-F238E27FC236}">
                <a16:creationId xmlns:a16="http://schemas.microsoft.com/office/drawing/2014/main" id="{3389372D-4B05-566E-0D51-F8C326991935}"/>
              </a:ext>
            </a:extLst>
          </p:cNvPr>
          <p:cNvSpPr txBox="1">
            <a:spLocks noChangeArrowheads="1"/>
          </p:cNvSpPr>
          <p:nvPr/>
        </p:nvSpPr>
        <p:spPr bwMode="auto">
          <a:xfrm>
            <a:off x="1059883" y="33307955"/>
            <a:ext cx="9000000" cy="6655348"/>
          </a:xfrm>
          <a:prstGeom prst="rect">
            <a:avLst/>
          </a:prstGeom>
          <a:noFill/>
          <a:ln>
            <a:noFill/>
          </a:ln>
          <a:effectLst/>
        </p:spPr>
        <p:txBody>
          <a:bodyPr wrap="square">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0"/>
              </a:spcAft>
              <a:defRPr/>
            </a:pPr>
            <a:r>
              <a:rPr lang="en-CA" altLang="en-US" sz="3248" b="1" dirty="0">
                <a:solidFill>
                  <a:srgbClr val="0DBFD5"/>
                </a:solidFill>
              </a:rPr>
              <a:t>References</a:t>
            </a:r>
          </a:p>
          <a:p>
            <a:pPr eaLnBrk="1" fontAlgn="auto" hangingPunct="1">
              <a:spcBef>
                <a:spcPts val="1200"/>
              </a:spcBef>
              <a:spcAft>
                <a:spcPts val="0"/>
              </a:spcAft>
              <a:defRPr/>
            </a:pPr>
            <a:r>
              <a:rPr lang="en-CA" altLang="en-US" sz="2400" dirty="0"/>
              <a:t>[1]</a:t>
            </a:r>
            <a:r>
              <a:rPr lang="en-US" altLang="en-US" sz="2400" dirty="0"/>
              <a:t> Van Dyk, J., Galvin, J.M., Glasgow, G.P., et al. (1986) The Physical Aspects of Total and Half Body Photon Irradiation. AAPM Report No. 17, American Association of Physicists in Medicine.</a:t>
            </a:r>
            <a:r>
              <a:rPr lang="en-CA" altLang="en-US" sz="2400" dirty="0"/>
              <a:t> </a:t>
            </a:r>
          </a:p>
          <a:p>
            <a:pPr eaLnBrk="1" fontAlgn="auto" hangingPunct="1">
              <a:spcBef>
                <a:spcPts val="1200"/>
              </a:spcBef>
              <a:spcAft>
                <a:spcPts val="0"/>
              </a:spcAft>
              <a:defRPr/>
            </a:pPr>
            <a:r>
              <a:rPr lang="en-CA" altLang="en-US" sz="2400" dirty="0"/>
              <a:t>[2] Segars, W. P., Sturgeon, G., Mendonca, S., Grimes, J., &amp; Tsui, B. M. (2010). 4D XCAT phantom for multimodality imaging research. Medical physics, 37(9), 4902–4915. https://doi.org/10.1118/1.3480985</a:t>
            </a:r>
          </a:p>
          <a:p>
            <a:pPr eaLnBrk="1" fontAlgn="auto" hangingPunct="1">
              <a:spcBef>
                <a:spcPts val="1200"/>
              </a:spcBef>
              <a:spcAft>
                <a:spcPts val="0"/>
              </a:spcAft>
              <a:defRPr/>
            </a:pPr>
            <a:r>
              <a:rPr lang="en-CA" altLang="en-US" sz="2400" dirty="0"/>
              <a:t>[3] Su, S., Atwal, P., Lobo, J., </a:t>
            </a:r>
            <a:r>
              <a:rPr lang="en-CA" altLang="en-US" sz="2400" dirty="0" err="1"/>
              <a:t>Duzenli</a:t>
            </a:r>
            <a:r>
              <a:rPr lang="en-CA" altLang="en-US" sz="2400" dirty="0"/>
              <a:t>, C., &amp; Popescu, I. A. (2021). A new </a:t>
            </a:r>
            <a:r>
              <a:rPr lang="en-CA" altLang="en-US" sz="2400" dirty="0" err="1"/>
              <a:t>DOSXYZnrc</a:t>
            </a:r>
            <a:r>
              <a:rPr lang="en-CA" altLang="en-US" sz="2400" dirty="0"/>
              <a:t> method for Monte Carlo simulations of 4D dose distributions. Physics in medicine and biology, 66(24).</a:t>
            </a:r>
          </a:p>
          <a:p>
            <a:pPr eaLnBrk="1" fontAlgn="auto" hangingPunct="1">
              <a:spcBef>
                <a:spcPts val="1200"/>
              </a:spcBef>
              <a:spcAft>
                <a:spcPts val="0"/>
              </a:spcAft>
              <a:defRPr/>
            </a:pPr>
            <a:r>
              <a:rPr lang="en-CA" altLang="en-US" sz="2400" dirty="0"/>
              <a:t>[4]  </a:t>
            </a:r>
            <a:r>
              <a:rPr lang="en-CA" altLang="en-US" sz="2400" dirty="0" err="1"/>
              <a:t>Alastruey</a:t>
            </a:r>
            <a:r>
              <a:rPr lang="en-CA" altLang="en-US" sz="2400" dirty="0"/>
              <a:t>, Jordi &amp; Parker, Kim &amp; Sherwin, Spencer. (2012). Arterial pulse wave </a:t>
            </a:r>
            <a:r>
              <a:rPr lang="en-CA" altLang="en-US" sz="2400" dirty="0" err="1"/>
              <a:t>haemodynamics</a:t>
            </a:r>
            <a:r>
              <a:rPr lang="en-CA" altLang="en-US" sz="2400" dirty="0"/>
              <a:t>. </a:t>
            </a:r>
          </a:p>
          <a:p>
            <a:pPr eaLnBrk="1" fontAlgn="auto" hangingPunct="1">
              <a:spcBef>
                <a:spcPct val="50000"/>
              </a:spcBef>
              <a:spcAft>
                <a:spcPts val="0"/>
              </a:spcAft>
              <a:defRPr/>
            </a:pPr>
            <a:endParaRPr lang="en-CA" altLang="en-US" sz="2800" dirty="0"/>
          </a:p>
        </p:txBody>
      </p:sp>
      <p:sp>
        <p:nvSpPr>
          <p:cNvPr id="3" name="TextBox 2">
            <a:extLst>
              <a:ext uri="{FF2B5EF4-FFF2-40B4-BE49-F238E27FC236}">
                <a16:creationId xmlns:a16="http://schemas.microsoft.com/office/drawing/2014/main" id="{28A32E73-2C80-AFE1-5C36-B97A7DBADAD0}"/>
              </a:ext>
            </a:extLst>
          </p:cNvPr>
          <p:cNvSpPr txBox="1">
            <a:spLocks noRot="1" noChangeAspect="1" noMove="1" noResize="1" noEditPoints="1" noAdjustHandles="1" noChangeArrowheads="1" noChangeShapeType="1" noTextEdit="1"/>
          </p:cNvSpPr>
          <p:nvPr/>
        </p:nvSpPr>
        <p:spPr>
          <a:xfrm>
            <a:off x="16556892" y="3540892"/>
            <a:ext cx="23948987" cy="1105484"/>
          </a:xfrm>
          <a:prstGeom prst="rect">
            <a:avLst/>
          </a:prstGeom>
          <a:blipFill>
            <a:blip r:embed="rId3"/>
            <a:stretch>
              <a:fillRect l="-1722" t="-16915" b="-40299"/>
            </a:stretch>
          </a:blipFill>
        </p:spPr>
        <p:txBody>
          <a:bodyPr/>
          <a:lstStyle/>
          <a:p>
            <a:pPr eaLnBrk="1" fontAlgn="auto" hangingPunct="1">
              <a:spcBef>
                <a:spcPts val="0"/>
              </a:spcBef>
              <a:spcAft>
                <a:spcPts val="0"/>
              </a:spcAft>
              <a:defRPr/>
            </a:pPr>
            <a:r>
              <a:rPr lang="en-CA" sz="8058">
                <a:noFill/>
                <a:latin typeface="+mn-lt"/>
              </a:rPr>
              <a:t> </a:t>
            </a:r>
          </a:p>
        </p:txBody>
      </p:sp>
      <p:sp>
        <p:nvSpPr>
          <p:cNvPr id="3083" name="Rectangle: Rounded Corners 3">
            <a:extLst>
              <a:ext uri="{FF2B5EF4-FFF2-40B4-BE49-F238E27FC236}">
                <a16:creationId xmlns:a16="http://schemas.microsoft.com/office/drawing/2014/main" id="{31C9F51F-45AD-043C-FC6E-7DAA7C914509}"/>
              </a:ext>
            </a:extLst>
          </p:cNvPr>
          <p:cNvSpPr>
            <a:spLocks noChangeArrowheads="1"/>
          </p:cNvSpPr>
          <p:nvPr/>
        </p:nvSpPr>
        <p:spPr bwMode="auto">
          <a:xfrm>
            <a:off x="1082675" y="4970463"/>
            <a:ext cx="9000000" cy="3399631"/>
          </a:xfrm>
          <a:prstGeom prst="roundRect">
            <a:avLst>
              <a:gd name="adj" fmla="val 16667"/>
            </a:avLst>
          </a:prstGeom>
          <a:solidFill>
            <a:srgbClr val="905AA6"/>
          </a:solidFill>
          <a:ln>
            <a:noFill/>
          </a:ln>
        </p:spPr>
        <p:txBody>
          <a:bodyPr anchor="ct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r>
              <a:rPr lang="en-US" altLang="en-US" sz="4800" dirty="0">
                <a:solidFill>
                  <a:schemeClr val="bg1"/>
                </a:solidFill>
              </a:rPr>
              <a:t>How homogenous is the dose to the circulating blood volume achieved by sweeping Cobalt-60 Total Body Irradiation?</a:t>
            </a:r>
          </a:p>
        </p:txBody>
      </p:sp>
      <p:sp>
        <p:nvSpPr>
          <p:cNvPr id="3090" name="Rectangle: Rounded Corners 3">
            <a:extLst>
              <a:ext uri="{FF2B5EF4-FFF2-40B4-BE49-F238E27FC236}">
                <a16:creationId xmlns:a16="http://schemas.microsoft.com/office/drawing/2014/main" id="{3050B172-1AA0-1661-BEF4-06529CB95B5D}"/>
              </a:ext>
            </a:extLst>
          </p:cNvPr>
          <p:cNvSpPr>
            <a:spLocks noChangeArrowheads="1"/>
          </p:cNvSpPr>
          <p:nvPr/>
        </p:nvSpPr>
        <p:spPr bwMode="auto">
          <a:xfrm>
            <a:off x="20463576" y="28334494"/>
            <a:ext cx="9000000" cy="7227557"/>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sz="4872" dirty="0">
              <a:solidFill>
                <a:schemeClr val="bg1"/>
              </a:solidFill>
            </a:endParaRPr>
          </a:p>
        </p:txBody>
      </p:sp>
      <p:sp>
        <p:nvSpPr>
          <p:cNvPr id="6" name="TextBox 5">
            <a:extLst>
              <a:ext uri="{FF2B5EF4-FFF2-40B4-BE49-F238E27FC236}">
                <a16:creationId xmlns:a16="http://schemas.microsoft.com/office/drawing/2014/main" id="{77795B3E-2A72-76CE-C4AD-18F6193095BE}"/>
              </a:ext>
            </a:extLst>
          </p:cNvPr>
          <p:cNvSpPr txBox="1"/>
          <p:nvPr/>
        </p:nvSpPr>
        <p:spPr>
          <a:xfrm>
            <a:off x="1082675" y="13073247"/>
            <a:ext cx="8955088" cy="6740307"/>
          </a:xfrm>
          <a:prstGeom prst="rect">
            <a:avLst/>
          </a:prstGeom>
          <a:noFill/>
        </p:spPr>
        <p:txBody>
          <a:bodyPr>
            <a:spAutoFit/>
          </a:bodyPr>
          <a:lstStyle/>
          <a:p>
            <a:pPr eaLnBrk="1" fontAlgn="auto" hangingPunct="1">
              <a:spcBef>
                <a:spcPts val="1200"/>
              </a:spcBef>
              <a:spcAft>
                <a:spcPts val="0"/>
              </a:spcAft>
              <a:defRPr/>
            </a:pPr>
            <a:r>
              <a:rPr lang="en-US" altLang="en-US" sz="4800" b="1" dirty="0">
                <a:solidFill>
                  <a:srgbClr val="0DBFD5"/>
                </a:solidFill>
                <a:latin typeface="Arial" panose="020B0604020202020204" pitchFamily="34" charset="0"/>
                <a:cs typeface="Arial" panose="020B0604020202020204" pitchFamily="34" charset="0"/>
              </a:rPr>
              <a:t>Methods </a:t>
            </a:r>
          </a:p>
          <a:p>
            <a:pPr marL="342900" indent="-342900" eaLnBrk="1" fontAlgn="auto" hangingPunct="1">
              <a:spcBef>
                <a:spcPts val="1200"/>
              </a:spcBef>
              <a:spcAft>
                <a:spcPts val="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4D Extended Cardiac-Torso (XCAT) Phantom: </a:t>
            </a:r>
            <a:r>
              <a:rPr lang="en-US" altLang="en-US" sz="2800" dirty="0">
                <a:latin typeface="Arial" panose="020B0604020202020204" pitchFamily="34" charset="0"/>
                <a:cs typeface="Arial" panose="020B0604020202020204" pitchFamily="34" charset="0"/>
              </a:rPr>
              <a:t>a virtual phantom [2] which provides both the interaction medium for the 4D dose calculations and the vasculature models through which blood volumes (BVs) are transported by the blood flow model</a:t>
            </a:r>
            <a:r>
              <a:rPr lang="en-US" altLang="en-US" sz="2800" b="1" dirty="0">
                <a:latin typeface="Arial" panose="020B0604020202020204" pitchFamily="34" charset="0"/>
                <a:cs typeface="Arial" panose="020B0604020202020204" pitchFamily="34" charset="0"/>
              </a:rPr>
              <a:t>.</a:t>
            </a:r>
          </a:p>
          <a:p>
            <a:pPr marL="342900" indent="-342900" eaLnBrk="1" fontAlgn="auto" hangingPunct="1">
              <a:spcBef>
                <a:spcPct val="500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One-Dimensional (1D) Blood Flow Model: </a:t>
            </a:r>
            <a:r>
              <a:rPr lang="en-US" altLang="en-US" sz="2800" dirty="0">
                <a:latin typeface="Arial" panose="020B0604020202020204" pitchFamily="34" charset="0"/>
                <a:cs typeface="Arial" panose="020B0604020202020204" pitchFamily="34" charset="0"/>
              </a:rPr>
              <a:t>determines the flow velocity as a function of time and displacement along the length of each vessel and has been validated against clinical measurements.</a:t>
            </a:r>
            <a:endParaRPr lang="en-US" altLang="en-US" sz="2800" b="1" dirty="0">
              <a:latin typeface="Arial" panose="020B0604020202020204" pitchFamily="34" charset="0"/>
              <a:cs typeface="Arial" panose="020B0604020202020204" pitchFamily="34" charset="0"/>
            </a:endParaRPr>
          </a:p>
          <a:p>
            <a:pPr marL="342900" indent="-342900" eaLnBrk="1" fontAlgn="auto" hangingPunct="1">
              <a:spcBef>
                <a:spcPct val="500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Four-Dimensional (4D) Dose: </a:t>
            </a:r>
            <a:r>
              <a:rPr lang="en-US" altLang="en-US" sz="2800" dirty="0">
                <a:latin typeface="Arial" panose="020B0604020202020204" pitchFamily="34" charset="0"/>
                <a:cs typeface="Arial" panose="020B0604020202020204" pitchFamily="34" charset="0"/>
              </a:rPr>
              <a:t>computed using in-house modified </a:t>
            </a:r>
            <a:r>
              <a:rPr lang="en-US" altLang="en-US" sz="2800" dirty="0" err="1">
                <a:latin typeface="Arial" panose="020B0604020202020204" pitchFamily="34" charset="0"/>
                <a:cs typeface="Arial" panose="020B0604020202020204" pitchFamily="34" charset="0"/>
              </a:rPr>
              <a:t>EGSnrc</a:t>
            </a:r>
            <a:r>
              <a:rPr lang="en-US" altLang="en-US" sz="2800" dirty="0">
                <a:latin typeface="Arial" panose="020B0604020202020204" pitchFamily="34" charset="0"/>
                <a:cs typeface="Arial" panose="020B0604020202020204" pitchFamily="34" charset="0"/>
              </a:rPr>
              <a:t> [3], dose deposition events binned by time and voxel location.</a:t>
            </a:r>
            <a:endParaRPr lang="en-US" altLang="en-US" sz="2000" dirty="0">
              <a:latin typeface="+mn-lt"/>
            </a:endParaRPr>
          </a:p>
        </p:txBody>
      </p:sp>
      <p:sp>
        <p:nvSpPr>
          <p:cNvPr id="7" name="Rectangle: Rounded Corners 3">
            <a:extLst>
              <a:ext uri="{FF2B5EF4-FFF2-40B4-BE49-F238E27FC236}">
                <a16:creationId xmlns:a16="http://schemas.microsoft.com/office/drawing/2014/main" id="{ECE871C3-7A69-6CE0-CFDA-FD89F60B9CC7}"/>
              </a:ext>
            </a:extLst>
          </p:cNvPr>
          <p:cNvSpPr>
            <a:spLocks noChangeArrowheads="1"/>
          </p:cNvSpPr>
          <p:nvPr/>
        </p:nvSpPr>
        <p:spPr bwMode="auto">
          <a:xfrm>
            <a:off x="19981456" y="11001717"/>
            <a:ext cx="9000000" cy="2148341"/>
          </a:xfrm>
          <a:prstGeom prst="roundRect">
            <a:avLst>
              <a:gd name="adj" fmla="val 16667"/>
            </a:avLst>
          </a:prstGeom>
          <a:solidFill>
            <a:srgbClr val="0DBFD5"/>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2800" dirty="0">
                <a:solidFill>
                  <a:schemeClr val="bg1"/>
                </a:solidFill>
              </a:rPr>
              <a:t>Variables</a:t>
            </a:r>
          </a:p>
          <a:p>
            <a:pPr marL="618729" indent="-618729" eaLnBrk="1" fontAlgn="auto" hangingPunct="1">
              <a:spcBef>
                <a:spcPts val="0"/>
              </a:spcBef>
              <a:spcAft>
                <a:spcPts val="0"/>
              </a:spcAft>
              <a:buFont typeface="Arial" panose="020B0604020202020204" pitchFamily="34" charset="0"/>
              <a:buChar char="•"/>
              <a:defRPr/>
            </a:pPr>
            <a:r>
              <a:rPr lang="en-US" altLang="en-US" sz="2800" dirty="0">
                <a:solidFill>
                  <a:schemeClr val="bg1"/>
                </a:solidFill>
              </a:rPr>
              <a:t>Prescription: 12 Gy / 6 Frac / 2 Fields (AP &amp; PA)</a:t>
            </a:r>
          </a:p>
          <a:p>
            <a:pPr marL="618729" indent="-618729" eaLnBrk="1" fontAlgn="auto" hangingPunct="1">
              <a:spcBef>
                <a:spcPts val="0"/>
              </a:spcBef>
              <a:spcAft>
                <a:spcPts val="0"/>
              </a:spcAft>
              <a:buFont typeface="Arial" panose="020B0604020202020204" pitchFamily="34" charset="0"/>
              <a:buChar char="•"/>
              <a:defRPr/>
            </a:pPr>
            <a:r>
              <a:rPr lang="en-US" altLang="en-US" sz="2800" dirty="0">
                <a:solidFill>
                  <a:schemeClr val="bg1"/>
                </a:solidFill>
              </a:rPr>
              <a:t>Blood flow simulation </a:t>
            </a:r>
            <a:r>
              <a:rPr lang="el-GR" altLang="en-US" sz="2800" dirty="0">
                <a:solidFill>
                  <a:schemeClr val="bg1"/>
                </a:solidFill>
              </a:rPr>
              <a:t>Δ</a:t>
            </a:r>
            <a:r>
              <a:rPr lang="en-US" altLang="en-US" sz="2800" dirty="0">
                <a:solidFill>
                  <a:schemeClr val="bg1"/>
                </a:solidFill>
              </a:rPr>
              <a:t>t = 2 </a:t>
            </a:r>
            <a:r>
              <a:rPr lang="en-US" altLang="en-US" sz="2800" dirty="0" err="1">
                <a:solidFill>
                  <a:schemeClr val="bg1"/>
                </a:solidFill>
              </a:rPr>
              <a:t>ms</a:t>
            </a:r>
            <a:endParaRPr lang="en-US" altLang="en-US" sz="2800" dirty="0">
              <a:solidFill>
                <a:schemeClr val="bg1"/>
              </a:solidFill>
            </a:endParaRPr>
          </a:p>
          <a:p>
            <a:pPr marL="618729" indent="-618729" eaLnBrk="1" fontAlgn="auto" hangingPunct="1">
              <a:spcBef>
                <a:spcPts val="0"/>
              </a:spcBef>
              <a:spcAft>
                <a:spcPts val="0"/>
              </a:spcAft>
              <a:buFont typeface="Arial" panose="020B0604020202020204" pitchFamily="34" charset="0"/>
              <a:buChar char="•"/>
              <a:defRPr/>
            </a:pPr>
            <a:r>
              <a:rPr lang="en-US" altLang="en-US" sz="2800" dirty="0">
                <a:solidFill>
                  <a:schemeClr val="bg1"/>
                </a:solidFill>
              </a:rPr>
              <a:t>Dose deposition simulation </a:t>
            </a:r>
            <a:r>
              <a:rPr lang="en-US" altLang="en-US" sz="2800" dirty="0" err="1">
                <a:solidFill>
                  <a:schemeClr val="bg1"/>
                </a:solidFill>
              </a:rPr>
              <a:t>Δt</a:t>
            </a:r>
            <a:r>
              <a:rPr lang="en-US" altLang="en-US" sz="2800" dirty="0">
                <a:solidFill>
                  <a:schemeClr val="bg1"/>
                </a:solidFill>
              </a:rPr>
              <a:t> = 200 </a:t>
            </a:r>
            <a:r>
              <a:rPr lang="en-US" altLang="en-US" sz="2800" dirty="0" err="1">
                <a:solidFill>
                  <a:schemeClr val="bg1"/>
                </a:solidFill>
              </a:rPr>
              <a:t>ms</a:t>
            </a:r>
            <a:endParaRPr lang="en-US" altLang="en-US" sz="2800" dirty="0">
              <a:solidFill>
                <a:schemeClr val="bg1"/>
              </a:solidFill>
            </a:endParaRPr>
          </a:p>
          <a:p>
            <a:pPr eaLnBrk="1" fontAlgn="auto" hangingPunct="1">
              <a:spcBef>
                <a:spcPts val="0"/>
              </a:spcBef>
              <a:spcAft>
                <a:spcPts val="0"/>
              </a:spcAft>
              <a:defRPr/>
            </a:pPr>
            <a:endParaRPr lang="en-US" altLang="en-US" sz="4872" dirty="0">
              <a:solidFill>
                <a:schemeClr val="bg1"/>
              </a:solidFill>
            </a:endParaRPr>
          </a:p>
        </p:txBody>
      </p:sp>
      <p:pic>
        <p:nvPicPr>
          <p:cNvPr id="8" name="Picture 7">
            <a:extLst>
              <a:ext uri="{FF2B5EF4-FFF2-40B4-BE49-F238E27FC236}">
                <a16:creationId xmlns:a16="http://schemas.microsoft.com/office/drawing/2014/main" id="{7DA48B82-86BE-17F8-7E7F-709589F0E50E}"/>
              </a:ext>
            </a:extLst>
          </p:cNvPr>
          <p:cNvPicPr>
            <a:picLocks noChangeAspect="1"/>
          </p:cNvPicPr>
          <p:nvPr/>
        </p:nvPicPr>
        <p:blipFill>
          <a:blip r:embed="rId4"/>
          <a:srcRect l="12746" t="4547" r="18163" b="3796"/>
          <a:stretch>
            <a:fillRect/>
          </a:stretch>
        </p:blipFill>
        <p:spPr>
          <a:xfrm>
            <a:off x="36989853" y="188856"/>
            <a:ext cx="1470819" cy="3488180"/>
          </a:xfrm>
          <a:prstGeom prst="rect">
            <a:avLst/>
          </a:prstGeom>
        </p:spPr>
      </p:pic>
      <mc:AlternateContent xmlns:mc="http://schemas.openxmlformats.org/markup-compatibility/2006" xmlns:a14="http://schemas.microsoft.com/office/drawing/2010/main">
        <mc:Choice Requires="a14">
          <p:sp>
            <p:nvSpPr>
              <p:cNvPr id="9" name="Text Box 59">
                <a:extLst>
                  <a:ext uri="{FF2B5EF4-FFF2-40B4-BE49-F238E27FC236}">
                    <a16:creationId xmlns:a16="http://schemas.microsoft.com/office/drawing/2014/main" id="{FF28873E-2B01-BCF1-B811-7AEA7BE281AC}"/>
                  </a:ext>
                </a:extLst>
              </p:cNvPr>
              <p:cNvSpPr txBox="1">
                <a:spLocks noChangeArrowheads="1"/>
              </p:cNvSpPr>
              <p:nvPr/>
            </p:nvSpPr>
            <p:spPr bwMode="auto">
              <a:xfrm>
                <a:off x="19856252" y="4970463"/>
                <a:ext cx="9000000" cy="6032421"/>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marL="457200" indent="-457200" eaLnBrk="1" fontAlgn="auto" hangingPunct="1">
                  <a:spcBef>
                    <a:spcPts val="0"/>
                  </a:spcBef>
                  <a:spcAft>
                    <a:spcPts val="1200"/>
                  </a:spcAft>
                  <a:buFont typeface="Arial" panose="020B0604020202020204" pitchFamily="34" charset="0"/>
                  <a:buChar char="•"/>
                  <a:defRPr/>
                </a:pPr>
                <a:r>
                  <a:rPr lang="en-US" altLang="en-US" sz="2800" b="1" dirty="0"/>
                  <a:t>Dose in Compartments (</a:t>
                </a:r>
                <a14:m>
                  <m:oMath xmlns:m="http://schemas.openxmlformats.org/officeDocument/2006/math">
                    <m:sSub>
                      <m:sSubPr>
                        <m:ctrlPr>
                          <a:rPr lang="en-US" altLang="en-US" sz="2800" b="1" i="1" smtClean="0">
                            <a:latin typeface="Cambria Math" panose="02040503050406030204" pitchFamily="18" charset="0"/>
                          </a:rPr>
                        </m:ctrlPr>
                      </m:sSubPr>
                      <m:e>
                        <m:r>
                          <a:rPr lang="en-US" altLang="en-US" sz="2800" b="1" i="1" smtClean="0">
                            <a:latin typeface="Cambria Math" panose="02040503050406030204" pitchFamily="18" charset="0"/>
                          </a:rPr>
                          <m:t>𝑫</m:t>
                        </m:r>
                      </m:e>
                      <m:sub>
                        <m:r>
                          <a:rPr lang="en-US" altLang="en-US" sz="2800" b="1" i="1" smtClean="0">
                            <a:latin typeface="Cambria Math" panose="02040503050406030204" pitchFamily="18" charset="0"/>
                          </a:rPr>
                          <m:t>𝑪</m:t>
                        </m:r>
                      </m:sub>
                    </m:sSub>
                  </m:oMath>
                </a14:m>
                <a:r>
                  <a:rPr lang="en-US" altLang="en-US" sz="2800" b="1" dirty="0"/>
                  <a:t>): </a:t>
                </a:r>
                <a:r>
                  <a:rPr lang="en-US" altLang="en-US" sz="2800" dirty="0"/>
                  <a:t> as outlined in </a:t>
                </a:r>
                <a:r>
                  <a:rPr lang="en-US" altLang="en-US" sz="2800" i="1" dirty="0"/>
                  <a:t>Figure 3</a:t>
                </a:r>
                <a:r>
                  <a:rPr lang="en-US" altLang="en-US" sz="2800" dirty="0"/>
                  <a:t>, if the BV is within a compartment, at every dose sampling time step:</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a random number generator is used to sample the dose-volume histogram (computed from the </a:t>
                </a:r>
                <a:r>
                  <a:rPr lang="en-US" altLang="en-US" sz="2800" i="1" dirty="0"/>
                  <a:t>3ddose</a:t>
                </a:r>
                <a:r>
                  <a:rPr lang="en-US" altLang="en-US" sz="2800" dirty="0"/>
                  <a:t> file) for the compartment </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compartment’s event rate at that time (computed from a separate 4D Dose MC simulation) is determined </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sampled dose value, event rate and time step are multiplied to compute the dose</a:t>
                </a:r>
              </a:p>
              <a:p>
                <a:pPr lvl="2" indent="0" eaLnBrk="1" fontAlgn="auto" hangingPunct="1">
                  <a:spcBef>
                    <a:spcPts val="0"/>
                  </a:spcBef>
                  <a:spcAft>
                    <a:spcPts val="1200"/>
                  </a:spcAft>
                  <a:defRPr/>
                </a:pPr>
                <a14:m>
                  <m:oMathPara xmlns:m="http://schemas.openxmlformats.org/officeDocument/2006/math">
                    <m:oMathParaPr>
                      <m:jc m:val="centerGroup"/>
                    </m:oMathParaPr>
                    <m:oMath xmlns:m="http://schemas.openxmlformats.org/officeDocument/2006/math">
                      <m:sSub>
                        <m:sSubPr>
                          <m:ctrlPr>
                            <a:rPr lang="en-US" altLang="en-US" sz="2800" i="1" smtClean="0">
                              <a:latin typeface="Cambria Math" panose="02040503050406030204" pitchFamily="18" charset="0"/>
                            </a:rPr>
                          </m:ctrlPr>
                        </m:sSubPr>
                        <m:e>
                          <m:r>
                            <a:rPr lang="en-US" altLang="en-US" sz="2800" b="0" i="1" smtClean="0">
                              <a:latin typeface="Cambria Math" panose="02040503050406030204" pitchFamily="18" charset="0"/>
                            </a:rPr>
                            <m:t>𝐷</m:t>
                          </m:r>
                        </m:e>
                        <m:sub>
                          <m:r>
                            <a:rPr lang="en-US" altLang="en-US" sz="2800" b="0" i="1" smtClean="0">
                              <a:latin typeface="Cambria Math" panose="02040503050406030204" pitchFamily="18" charset="0"/>
                            </a:rPr>
                            <m:t>𝑐</m:t>
                          </m:r>
                        </m:sub>
                      </m:sSub>
                      <m:r>
                        <a:rPr lang="en-US" altLang="en-US" sz="2800" b="0" i="1" smtClean="0">
                          <a:latin typeface="Cambria Math" panose="02040503050406030204" pitchFamily="18" charset="0"/>
                        </a:rPr>
                        <m:t>=</m:t>
                      </m:r>
                      <m:r>
                        <a:rPr lang="en-US" altLang="en-US" sz="2800" b="0" i="1" smtClean="0">
                          <a:latin typeface="Cambria Math" panose="02040503050406030204" pitchFamily="18" charset="0"/>
                        </a:rPr>
                        <m:t>𝐷</m:t>
                      </m:r>
                      <m:r>
                        <a:rPr lang="en-US" altLang="en-US" sz="2800" b="0" i="1" smtClean="0">
                          <a:latin typeface="Cambria Math" panose="02040503050406030204" pitchFamily="18" charset="0"/>
                          <a:ea typeface="Cambria Math" panose="02040503050406030204" pitchFamily="18" charset="0"/>
                        </a:rPr>
                        <m:t>∙</m:t>
                      </m:r>
                      <m:r>
                        <a:rPr lang="en-US" altLang="en-US" sz="2800" b="0" i="1" smtClean="0">
                          <a:latin typeface="Cambria Math" panose="02040503050406030204" pitchFamily="18" charset="0"/>
                          <a:ea typeface="Cambria Math" panose="02040503050406030204" pitchFamily="18" charset="0"/>
                        </a:rPr>
                        <m:t>𝐸𝑅</m:t>
                      </m:r>
                      <m:r>
                        <a:rPr lang="en-US" altLang="en-US" sz="2800" b="0" i="1" smtClean="0">
                          <a:latin typeface="Cambria Math" panose="02040503050406030204" pitchFamily="18" charset="0"/>
                          <a:ea typeface="Cambria Math" panose="02040503050406030204" pitchFamily="18" charset="0"/>
                        </a:rPr>
                        <m:t>∙∆</m:t>
                      </m:r>
                      <m:r>
                        <a:rPr lang="en-US" altLang="en-US" sz="2800" b="0" i="1" smtClean="0">
                          <a:latin typeface="Cambria Math" panose="02040503050406030204" pitchFamily="18" charset="0"/>
                          <a:ea typeface="Cambria Math" panose="02040503050406030204" pitchFamily="18" charset="0"/>
                        </a:rPr>
                        <m:t>𝑡</m:t>
                      </m:r>
                    </m:oMath>
                  </m:oMathPara>
                </a14:m>
                <a:endParaRPr lang="en-US" altLang="en-US" sz="2800" dirty="0"/>
              </a:p>
            </p:txBody>
          </p:sp>
        </mc:Choice>
        <mc:Fallback xmlns="">
          <p:sp>
            <p:nvSpPr>
              <p:cNvPr id="9" name="Text Box 59">
                <a:extLst>
                  <a:ext uri="{FF2B5EF4-FFF2-40B4-BE49-F238E27FC236}">
                    <a16:creationId xmlns:a16="http://schemas.microsoft.com/office/drawing/2014/main" id="{FF28873E-2B01-BCF1-B811-7AEA7BE281AC}"/>
                  </a:ext>
                </a:extLst>
              </p:cNvPr>
              <p:cNvSpPr txBox="1">
                <a:spLocks noRot="1" noChangeAspect="1" noMove="1" noResize="1" noEditPoints="1" noAdjustHandles="1" noChangeArrowheads="1" noChangeShapeType="1" noTextEdit="1"/>
              </p:cNvSpPr>
              <p:nvPr/>
            </p:nvSpPr>
            <p:spPr bwMode="auto">
              <a:xfrm>
                <a:off x="19856252" y="4970463"/>
                <a:ext cx="9000000" cy="6032421"/>
              </a:xfrm>
              <a:prstGeom prst="rect">
                <a:avLst/>
              </a:prstGeom>
              <a:blipFill>
                <a:blip r:embed="rId5"/>
                <a:stretch>
                  <a:fillRect l="-1219" t="-1010" r="-1016"/>
                </a:stretch>
              </a:blipFill>
              <a:ln>
                <a:noFill/>
              </a:ln>
              <a:effec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 name="Text Box 59">
                <a:extLst>
                  <a:ext uri="{FF2B5EF4-FFF2-40B4-BE49-F238E27FC236}">
                    <a16:creationId xmlns:a16="http://schemas.microsoft.com/office/drawing/2014/main" id="{A43616B5-D479-B659-AE6F-E5F8C78DADD2}"/>
                  </a:ext>
                </a:extLst>
              </p:cNvPr>
              <p:cNvSpPr txBox="1">
                <a:spLocks noChangeArrowheads="1"/>
              </p:cNvSpPr>
              <p:nvPr/>
            </p:nvSpPr>
            <p:spPr bwMode="auto">
              <a:xfrm>
                <a:off x="11042243" y="15219423"/>
                <a:ext cx="9000000" cy="9322552"/>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200"/>
                  </a:spcAft>
                  <a:defRPr/>
                </a:pPr>
                <a:r>
                  <a:rPr lang="en-US" altLang="en-US" sz="3200" b="1" dirty="0">
                    <a:solidFill>
                      <a:srgbClr val="0DBFD5"/>
                    </a:solidFill>
                  </a:rPr>
                  <a:t>Dose Deposition Modelling</a:t>
                </a:r>
              </a:p>
              <a:p>
                <a:pPr marL="457200" indent="-457200" eaLnBrk="1" fontAlgn="auto" hangingPunct="1">
                  <a:spcBef>
                    <a:spcPts val="0"/>
                  </a:spcBef>
                  <a:spcAft>
                    <a:spcPts val="1200"/>
                  </a:spcAft>
                  <a:buFont typeface="Arial" panose="020B0604020202020204" pitchFamily="34" charset="0"/>
                  <a:buChar char="•"/>
                  <a:defRPr/>
                </a:pPr>
                <a:r>
                  <a:rPr lang="en-US" altLang="en-US" sz="2800" b="1" dirty="0"/>
                  <a:t>4D Dose Data:</a:t>
                </a:r>
                <a:r>
                  <a:rPr lang="en-US" altLang="en-US" sz="2800" dirty="0"/>
                  <a:t> using modified </a:t>
                </a:r>
                <a:r>
                  <a:rPr lang="en-US" altLang="en-US" sz="2800" dirty="0" err="1"/>
                  <a:t>DOSXYZnrc</a:t>
                </a:r>
                <a:r>
                  <a:rPr lang="en-US" altLang="en-US" sz="2800" dirty="0"/>
                  <a:t> the energy deposited to prespecified voxels is mapped </a:t>
                </a:r>
                <a:r>
                  <a:rPr lang="en-US" altLang="en-US" sz="2800" dirty="0" err="1"/>
                  <a:t>spatio</a:t>
                </a:r>
                <a:r>
                  <a:rPr lang="en-US" altLang="en-US" sz="2800" dirty="0"/>
                  <a:t>-temporally.</a:t>
                </a:r>
                <a:endParaRPr lang="en-US" altLang="en-US" sz="2800" b="1" dirty="0"/>
              </a:p>
              <a:p>
                <a:pPr marL="457200" indent="-457200" eaLnBrk="1" fontAlgn="auto" hangingPunct="1">
                  <a:spcBef>
                    <a:spcPts val="0"/>
                  </a:spcBef>
                  <a:spcAft>
                    <a:spcPts val="1200"/>
                  </a:spcAft>
                  <a:buFont typeface="Arial" panose="020B0604020202020204" pitchFamily="34" charset="0"/>
                  <a:buChar char="•"/>
                  <a:defRPr/>
                </a:pPr>
                <a:r>
                  <a:rPr lang="en-US" altLang="en-US" sz="2800" b="1" dirty="0"/>
                  <a:t>Dose in Vasculature (</a:t>
                </a:r>
                <a14:m>
                  <m:oMath xmlns:m="http://schemas.openxmlformats.org/officeDocument/2006/math">
                    <m:sSub>
                      <m:sSubPr>
                        <m:ctrlPr>
                          <a:rPr lang="en-US" altLang="en-US" sz="2800" b="1" i="1" smtClean="0">
                            <a:latin typeface="Cambria Math" panose="02040503050406030204" pitchFamily="18" charset="0"/>
                          </a:rPr>
                        </m:ctrlPr>
                      </m:sSubPr>
                      <m:e>
                        <m:r>
                          <a:rPr lang="en-US" altLang="en-US" sz="2800" b="1" i="1" smtClean="0">
                            <a:latin typeface="Cambria Math" panose="02040503050406030204" pitchFamily="18" charset="0"/>
                          </a:rPr>
                          <m:t>𝑫</m:t>
                        </m:r>
                      </m:e>
                      <m:sub>
                        <m:r>
                          <a:rPr lang="en-US" altLang="en-US" sz="2800" b="1" i="1" smtClean="0">
                            <a:latin typeface="Cambria Math" panose="02040503050406030204" pitchFamily="18" charset="0"/>
                          </a:rPr>
                          <m:t>𝒗</m:t>
                        </m:r>
                      </m:sub>
                    </m:sSub>
                  </m:oMath>
                </a14:m>
                <a:r>
                  <a:rPr lang="en-US" altLang="en-US" sz="2800" b="1" dirty="0"/>
                  <a:t>):</a:t>
                </a:r>
                <a:r>
                  <a:rPr lang="en-US" altLang="en-US" sz="2800" dirty="0"/>
                  <a:t> as outlined in </a:t>
                </a:r>
                <a:r>
                  <a:rPr lang="en-US" altLang="en-US" sz="2800" i="1" dirty="0"/>
                  <a:t>Figure 2,</a:t>
                </a:r>
                <a:r>
                  <a:rPr lang="en-US" altLang="en-US" sz="2800" dirty="0"/>
                  <a:t> at every dose sampling time step, if the BV is within a vessel:</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location of the BV is converted to a voxel index</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4D Dose data is queried at that location and the current time</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dose and time step are added to the respective field sums</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after the field is delivered the summed dose and exposure time are multiplied by the conversion factor to determine the final dose</a:t>
                </a:r>
              </a:p>
              <a:p>
                <a:pPr lvl="2" indent="0" eaLnBrk="1" fontAlgn="auto" hangingPunct="1">
                  <a:spcBef>
                    <a:spcPts val="0"/>
                  </a:spcBef>
                  <a:spcAft>
                    <a:spcPts val="1200"/>
                  </a:spcAft>
                  <a:defRPr/>
                </a:pPr>
                <a14:m>
                  <m:oMathPara xmlns:m="http://schemas.openxmlformats.org/officeDocument/2006/math">
                    <m:oMathParaPr>
                      <m:jc m:val="centerGroup"/>
                    </m:oMathParaPr>
                    <m:oMath xmlns:m="http://schemas.openxmlformats.org/officeDocument/2006/math">
                      <m:sSub>
                        <m:sSubPr>
                          <m:ctrlPr>
                            <a:rPr lang="en-US" altLang="en-US" sz="2800" i="1" smtClean="0">
                              <a:latin typeface="Cambria Math" panose="02040503050406030204" pitchFamily="18" charset="0"/>
                            </a:rPr>
                          </m:ctrlPr>
                        </m:sSubPr>
                        <m:e>
                          <m:r>
                            <a:rPr lang="en-US" altLang="en-US" sz="2800" b="0" i="1" smtClean="0">
                              <a:latin typeface="Cambria Math" panose="02040503050406030204" pitchFamily="18" charset="0"/>
                            </a:rPr>
                            <m:t>𝐷</m:t>
                          </m:r>
                        </m:e>
                        <m:sub>
                          <m:r>
                            <a:rPr lang="en-US" altLang="en-US" sz="2800" b="0" i="1" smtClean="0">
                              <a:latin typeface="Cambria Math" panose="02040503050406030204" pitchFamily="18" charset="0"/>
                            </a:rPr>
                            <m:t>𝑣</m:t>
                          </m:r>
                        </m:sub>
                      </m:sSub>
                      <m:r>
                        <a:rPr lang="en-US" altLang="en-US" sz="2800" b="0" i="1" smtClean="0">
                          <a:latin typeface="Cambria Math" panose="02040503050406030204" pitchFamily="18" charset="0"/>
                        </a:rPr>
                        <m:t>=</m:t>
                      </m:r>
                      <m:r>
                        <a:rPr lang="en-US" altLang="en-US" sz="2800" b="0" i="1" smtClean="0">
                          <a:latin typeface="Cambria Math" panose="02040503050406030204" pitchFamily="18" charset="0"/>
                        </a:rPr>
                        <m:t>𝑘</m:t>
                      </m:r>
                      <m:r>
                        <a:rPr lang="en-US" altLang="en-US" sz="2800" b="0" i="1" smtClean="0">
                          <a:latin typeface="Cambria Math" panose="02040503050406030204" pitchFamily="18" charset="0"/>
                        </a:rPr>
                        <m:t> ∙</m:t>
                      </m:r>
                      <m:nary>
                        <m:naryPr>
                          <m:chr m:val="∑"/>
                          <m:subHide m:val="on"/>
                          <m:supHide m:val="on"/>
                          <m:ctrlPr>
                            <a:rPr lang="en-US" altLang="en-US" sz="2800" b="0" i="1" smtClean="0">
                              <a:latin typeface="Cambria Math" panose="02040503050406030204" pitchFamily="18" charset="0"/>
                              <a:ea typeface="Cambria Math" panose="02040503050406030204" pitchFamily="18" charset="0"/>
                            </a:rPr>
                          </m:ctrlPr>
                        </m:naryPr>
                        <m:sub/>
                        <m:sup/>
                        <m:e>
                          <m:r>
                            <a:rPr lang="en-US" altLang="en-US" sz="2800" b="0" i="1" smtClean="0">
                              <a:latin typeface="Cambria Math" panose="02040503050406030204" pitchFamily="18" charset="0"/>
                              <a:ea typeface="Cambria Math" panose="02040503050406030204" pitchFamily="18" charset="0"/>
                            </a:rPr>
                            <m:t>𝑑</m:t>
                          </m:r>
                          <m:r>
                            <a:rPr lang="en-US" altLang="en-US" sz="2800" b="0" i="1" smtClean="0">
                              <a:latin typeface="Cambria Math" panose="02040503050406030204" pitchFamily="18" charset="0"/>
                              <a:ea typeface="Cambria Math" panose="02040503050406030204" pitchFamily="18" charset="0"/>
                            </a:rPr>
                            <m:t>  </m:t>
                          </m:r>
                        </m:e>
                      </m:nary>
                      <m:r>
                        <a:rPr lang="en-US" altLang="en-US" sz="2800" b="0" i="1" smtClean="0">
                          <a:latin typeface="Cambria Math" panose="02040503050406030204" pitchFamily="18" charset="0"/>
                          <a:ea typeface="Cambria Math" panose="02040503050406030204" pitchFamily="18" charset="0"/>
                        </a:rPr>
                        <m:t>∙</m:t>
                      </m:r>
                      <m:nary>
                        <m:naryPr>
                          <m:chr m:val="∑"/>
                          <m:subHide m:val="on"/>
                          <m:supHide m:val="on"/>
                          <m:ctrlPr>
                            <a:rPr lang="en-US" altLang="en-US" sz="2800" b="0" i="1" smtClean="0">
                              <a:latin typeface="Cambria Math" panose="02040503050406030204" pitchFamily="18" charset="0"/>
                              <a:ea typeface="Cambria Math" panose="02040503050406030204" pitchFamily="18" charset="0"/>
                            </a:rPr>
                          </m:ctrlPr>
                        </m:naryPr>
                        <m:sub/>
                        <m:sup/>
                        <m:e>
                          <m:r>
                            <a:rPr lang="en-US" altLang="en-US" sz="2800" b="0" i="1" smtClean="0">
                              <a:latin typeface="Cambria Math" panose="02040503050406030204" pitchFamily="18" charset="0"/>
                              <a:ea typeface="Cambria Math" panose="02040503050406030204" pitchFamily="18" charset="0"/>
                            </a:rPr>
                            <m:t>∆</m:t>
                          </m:r>
                          <m:r>
                            <a:rPr lang="en-US" altLang="en-US" sz="2800" b="0" i="1" smtClean="0">
                              <a:latin typeface="Cambria Math" panose="02040503050406030204" pitchFamily="18" charset="0"/>
                              <a:ea typeface="Cambria Math" panose="02040503050406030204" pitchFamily="18" charset="0"/>
                            </a:rPr>
                            <m:t>𝑡</m:t>
                          </m:r>
                        </m:e>
                      </m:nary>
                    </m:oMath>
                  </m:oMathPara>
                </a14:m>
                <a:endParaRPr lang="en-US" altLang="en-US" sz="2800" dirty="0"/>
              </a:p>
            </p:txBody>
          </p:sp>
        </mc:Choice>
        <mc:Fallback xmlns="">
          <p:sp>
            <p:nvSpPr>
              <p:cNvPr id="11" name="Text Box 59">
                <a:extLst>
                  <a:ext uri="{FF2B5EF4-FFF2-40B4-BE49-F238E27FC236}">
                    <a16:creationId xmlns:a16="http://schemas.microsoft.com/office/drawing/2014/main" id="{A43616B5-D479-B659-AE6F-E5F8C78DADD2}"/>
                  </a:ext>
                </a:extLst>
              </p:cNvPr>
              <p:cNvSpPr txBox="1">
                <a:spLocks noRot="1" noChangeAspect="1" noMove="1" noResize="1" noEditPoints="1" noAdjustHandles="1" noChangeArrowheads="1" noChangeShapeType="1" noTextEdit="1"/>
              </p:cNvSpPr>
              <p:nvPr/>
            </p:nvSpPr>
            <p:spPr bwMode="auto">
              <a:xfrm>
                <a:off x="11042243" y="15219423"/>
                <a:ext cx="9000000" cy="9322552"/>
              </a:xfrm>
              <a:prstGeom prst="rect">
                <a:avLst/>
              </a:prstGeom>
              <a:blipFill>
                <a:blip r:embed="rId6"/>
                <a:stretch>
                  <a:fillRect l="-1693" t="-850" r="-2099"/>
                </a:stretch>
              </a:blipFill>
              <a:ln>
                <a:noFill/>
              </a:ln>
              <a:effectLst/>
            </p:spPr>
            <p:txBody>
              <a:bodyPr/>
              <a:lstStyle/>
              <a:p>
                <a:r>
                  <a:rPr lang="en-CA">
                    <a:noFill/>
                  </a:rPr>
                  <a:t> </a:t>
                </a:r>
              </a:p>
            </p:txBody>
          </p:sp>
        </mc:Fallback>
      </mc:AlternateContent>
      <p:sp>
        <p:nvSpPr>
          <p:cNvPr id="22" name="TextBox 21">
            <a:extLst>
              <a:ext uri="{FF2B5EF4-FFF2-40B4-BE49-F238E27FC236}">
                <a16:creationId xmlns:a16="http://schemas.microsoft.com/office/drawing/2014/main" id="{EAE15C7D-2AEF-512A-A25E-C31ED4188A88}"/>
              </a:ext>
            </a:extLst>
          </p:cNvPr>
          <p:cNvSpPr txBox="1"/>
          <p:nvPr/>
        </p:nvSpPr>
        <p:spPr>
          <a:xfrm>
            <a:off x="20621532" y="35786091"/>
            <a:ext cx="9000000" cy="2708434"/>
          </a:xfrm>
          <a:prstGeom prst="rect">
            <a:avLst/>
          </a:prstGeom>
          <a:noFill/>
        </p:spPr>
        <p:txBody>
          <a:bodyPr wrap="square">
            <a:spAutoFit/>
          </a:bodyPr>
          <a:lstStyle/>
          <a:p>
            <a:pPr eaLnBrk="1" fontAlgn="auto" hangingPunct="1">
              <a:spcBef>
                <a:spcPts val="1200"/>
              </a:spcBef>
              <a:spcAft>
                <a:spcPts val="0"/>
              </a:spcAft>
              <a:defRPr/>
            </a:pPr>
            <a:r>
              <a:rPr lang="en-US" altLang="en-US" sz="4800" b="1" dirty="0">
                <a:solidFill>
                  <a:srgbClr val="0DBFD5"/>
                </a:solidFill>
                <a:latin typeface="Arial" panose="020B0604020202020204" pitchFamily="34" charset="0"/>
                <a:cs typeface="Arial" panose="020B0604020202020204" pitchFamily="34" charset="0"/>
              </a:rPr>
              <a:t>Conclusions</a:t>
            </a:r>
          </a:p>
          <a:p>
            <a:pPr eaLnBrk="1" fontAlgn="auto" hangingPunct="1">
              <a:spcBef>
                <a:spcPts val="1200"/>
              </a:spcBef>
              <a:spcAft>
                <a:spcPts val="0"/>
              </a:spcAft>
              <a:defRPr/>
            </a:pPr>
            <a:r>
              <a:rPr lang="en-US" altLang="en-US" sz="2800" dirty="0">
                <a:latin typeface="Arial" panose="020B0604020202020204" pitchFamily="34" charset="0"/>
                <a:cs typeface="Arial" panose="020B0604020202020204" pitchFamily="34" charset="0"/>
              </a:rPr>
              <a:t>A blood flow model was developed, in conjunction with a dose calculation methodology, to determine the dose to the circulating blood volume. The dose to the blood during sweeping Co-60 TBI was computed.</a:t>
            </a:r>
          </a:p>
        </p:txBody>
      </p:sp>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1728078752"/>
                  </p:ext>
                </p:extLst>
              </p:nvPr>
            </p:nvGraphicFramePr>
            <p:xfrm>
              <a:off x="20513201" y="28659157"/>
              <a:ext cx="9284493" cy="6902895"/>
            </p:xfrm>
            <a:graphic>
              <a:graphicData uri="http://schemas.openxmlformats.org/drawingml/2006/table">
                <a:tbl>
                  <a:tblPr firstRow="1" bandRow="1">
                    <a:tableStyleId>{5C22544A-7EE6-4342-B048-85BDC9FD1C3A}</a:tableStyleId>
                  </a:tblPr>
                  <a:tblGrid>
                    <a:gridCol w="3199607">
                      <a:extLst>
                        <a:ext uri="{9D8B030D-6E8A-4147-A177-3AD203B41FA5}">
                          <a16:colId xmlns:a16="http://schemas.microsoft.com/office/drawing/2014/main" val="576749381"/>
                        </a:ext>
                      </a:extLst>
                    </a:gridCol>
                    <a:gridCol w="3810000">
                      <a:extLst>
                        <a:ext uri="{9D8B030D-6E8A-4147-A177-3AD203B41FA5}">
                          <a16:colId xmlns:a16="http://schemas.microsoft.com/office/drawing/2014/main" val="1408492576"/>
                        </a:ext>
                      </a:extLst>
                    </a:gridCol>
                    <a:gridCol w="2274886">
                      <a:extLst>
                        <a:ext uri="{9D8B030D-6E8A-4147-A177-3AD203B41FA5}">
                          <a16:colId xmlns:a16="http://schemas.microsoft.com/office/drawing/2014/main" val="1406464471"/>
                        </a:ext>
                      </a:extLst>
                    </a:gridCol>
                  </a:tblGrid>
                  <a:tr h="957405">
                    <a:tc>
                      <a:txBody>
                        <a:bodyPr/>
                        <a:lstStyle/>
                        <a:p>
                          <a:pPr algn="r"/>
                          <a:r>
                            <a:rPr lang="en-US" sz="4800" b="0" dirty="0"/>
                            <a:t>Simulation</a:t>
                          </a:r>
                          <a:endParaRPr lang="en-CA" sz="4800" b="0" dirty="0"/>
                        </a:p>
                      </a:txBody>
                      <a:tcPr>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 xmlns:m="http://schemas.openxmlformats.org/officeDocument/2006/math">
                              <m:sSub>
                                <m:sSubPr>
                                  <m:ctrlPr>
                                    <a:rPr lang="en-CA" sz="4800" i="1" smtClean="0">
                                      <a:latin typeface="Cambria Math" panose="02040503050406030204" pitchFamily="18" charset="0"/>
                                    </a:rPr>
                                  </m:ctrlPr>
                                </m:sSubPr>
                                <m:e>
                                  <m:r>
                                    <a:rPr lang="en-US" sz="4800" b="0" i="1" smtClean="0">
                                      <a:latin typeface="Cambria Math" panose="02040503050406030204" pitchFamily="18" charset="0"/>
                                    </a:rPr>
                                    <m:t>𝐷</m:t>
                                  </m:r>
                                </m:e>
                                <m:sub>
                                  <m:r>
                                    <a:rPr lang="en-US" sz="4800" b="0" i="1" smtClean="0">
                                      <a:latin typeface="Cambria Math" panose="02040503050406030204" pitchFamily="18" charset="0"/>
                                    </a:rPr>
                                    <m:t>𝐵𝑉</m:t>
                                  </m:r>
                                </m:sub>
                              </m:sSub>
                            </m:oMath>
                          </a14:m>
                          <a:r>
                            <a:rPr lang="en-CA" sz="4800" dirty="0"/>
                            <a:t> </a:t>
                          </a:r>
                          <a:r>
                            <a:rPr lang="en-CA" sz="4800" b="0" dirty="0"/>
                            <a:t>(Gy)</a:t>
                          </a:r>
                          <a:endParaRPr lang="en-CA" sz="4800" dirty="0"/>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14:m>
                            <m:oMath xmlns:m="http://schemas.openxmlformats.org/officeDocument/2006/math">
                              <m:sSub>
                                <m:sSubPr>
                                  <m:ctrlPr>
                                    <a:rPr lang="en-CA" sz="4800" i="1" smtClean="0">
                                      <a:latin typeface="Cambria Math" panose="02040503050406030204" pitchFamily="18" charset="0"/>
                                    </a:rPr>
                                  </m:ctrlPr>
                                </m:sSubPr>
                                <m:e>
                                  <m:r>
                                    <a:rPr lang="en-US" sz="4800" b="0" i="1" smtClean="0">
                                      <a:latin typeface="Cambria Math" panose="02040503050406030204" pitchFamily="18" charset="0"/>
                                    </a:rPr>
                                    <m:t>𝐻𝐼</m:t>
                                  </m:r>
                                </m:e>
                                <m:sub>
                                  <m:r>
                                    <a:rPr lang="en-US" sz="4800" b="0" i="1" smtClean="0">
                                      <a:latin typeface="Cambria Math" panose="02040503050406030204" pitchFamily="18" charset="0"/>
                                    </a:rPr>
                                    <m:t>𝐵𝑉</m:t>
                                  </m:r>
                                </m:sub>
                              </m:sSub>
                            </m:oMath>
                          </a14:m>
                          <a:r>
                            <a:rPr lang="en-CA" sz="4800" dirty="0"/>
                            <a:t> </a:t>
                          </a:r>
                        </a:p>
                      </a:txBody>
                      <a:tcPr>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684568"/>
                      </a:ext>
                    </a:extLst>
                  </a:tr>
                  <a:tr h="1981830">
                    <a:tc>
                      <a:txBody>
                        <a:bodyPr/>
                        <a:lstStyle/>
                        <a:p>
                          <a:pPr algn="r"/>
                          <a:r>
                            <a:rPr lang="en-US" sz="4800" dirty="0">
                              <a:solidFill>
                                <a:schemeClr val="bg1"/>
                              </a:solidFill>
                            </a:rPr>
                            <a:t>One Fraction</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800" b="0" i="1" smtClean="0">
                                    <a:solidFill>
                                      <a:schemeClr val="bg1"/>
                                    </a:solidFill>
                                    <a:latin typeface="Cambria Math" panose="02040503050406030204" pitchFamily="18" charset="0"/>
                                  </a:rPr>
                                  <m:t>1.77 </m:t>
                                </m:r>
                                <m:r>
                                  <a:rPr lang="en-US" sz="4800" b="0" i="1" smtClean="0">
                                    <a:solidFill>
                                      <a:schemeClr val="bg1"/>
                                    </a:solidFill>
                                    <a:latin typeface="Cambria Math" panose="02040503050406030204" pitchFamily="18" charset="0"/>
                                    <a:ea typeface="Cambria Math" panose="02040503050406030204" pitchFamily="18" charset="0"/>
                                  </a:rPr>
                                  <m:t>±0.31</m:t>
                                </m:r>
                              </m:oMath>
                            </m:oMathPara>
                          </a14:m>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800" dirty="0">
                              <a:solidFill>
                                <a:schemeClr val="bg1"/>
                              </a:solidFill>
                            </a:rPr>
                            <a:t>0.72</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981830">
                    <a:tc>
                      <a:txBody>
                        <a:bodyPr/>
                        <a:lstStyle/>
                        <a:p>
                          <a:pPr algn="r"/>
                          <a:r>
                            <a:rPr lang="en-US" sz="4800" dirty="0">
                              <a:solidFill>
                                <a:schemeClr val="bg1"/>
                              </a:solidFill>
                            </a:rPr>
                            <a:t>One Static Fraction</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800" b="0" i="1" smtClean="0">
                                    <a:solidFill>
                                      <a:schemeClr val="bg1"/>
                                    </a:solidFill>
                                    <a:latin typeface="Cambria Math" panose="02040503050406030204" pitchFamily="18" charset="0"/>
                                  </a:rPr>
                                  <m:t>1.68 </m:t>
                                </m:r>
                                <m:r>
                                  <a:rPr lang="en-US" sz="4800" b="0" i="1" smtClean="0">
                                    <a:solidFill>
                                      <a:schemeClr val="bg1"/>
                                    </a:solidFill>
                                    <a:latin typeface="Cambria Math" panose="02040503050406030204" pitchFamily="18" charset="0"/>
                                    <a:ea typeface="Cambria Math" panose="02040503050406030204" pitchFamily="18" charset="0"/>
                                  </a:rPr>
                                  <m:t>±0.44</m:t>
                                </m:r>
                              </m:oMath>
                            </m:oMathPara>
                          </a14:m>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800" dirty="0">
                              <a:solidFill>
                                <a:schemeClr val="bg1"/>
                              </a:solidFill>
                            </a:rPr>
                            <a:t>1.13</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981830">
                    <a:tc>
                      <a:txBody>
                        <a:bodyPr/>
                        <a:lstStyle/>
                        <a:p>
                          <a:pPr algn="r"/>
                          <a:r>
                            <a:rPr lang="en-US" sz="4800" dirty="0">
                              <a:solidFill>
                                <a:schemeClr val="bg1"/>
                              </a:solidFill>
                            </a:rPr>
                            <a:t>Six Fractions</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800" b="0" i="1" smtClean="0">
                                    <a:solidFill>
                                      <a:schemeClr val="bg1"/>
                                    </a:solidFill>
                                    <a:latin typeface="Cambria Math" panose="02040503050406030204" pitchFamily="18" charset="0"/>
                                  </a:rPr>
                                  <m:t>10.60 </m:t>
                                </m:r>
                                <m:r>
                                  <a:rPr lang="en-US" sz="4800" b="0" i="1" smtClean="0">
                                    <a:solidFill>
                                      <a:schemeClr val="bg1"/>
                                    </a:solidFill>
                                    <a:latin typeface="Cambria Math" panose="02040503050406030204" pitchFamily="18" charset="0"/>
                                    <a:ea typeface="Cambria Math" panose="02040503050406030204" pitchFamily="18" charset="0"/>
                                  </a:rPr>
                                  <m:t>±0.76</m:t>
                                </m:r>
                              </m:oMath>
                            </m:oMathPara>
                          </a14:m>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800" dirty="0">
                              <a:solidFill>
                                <a:schemeClr val="bg1"/>
                              </a:solidFill>
                            </a:rPr>
                            <a:t>0.30</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Choice>
        <mc:Fallback xmlns="">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1728078752"/>
                  </p:ext>
                </p:extLst>
              </p:nvPr>
            </p:nvGraphicFramePr>
            <p:xfrm>
              <a:off x="20513201" y="28659157"/>
              <a:ext cx="9284493" cy="6902895"/>
            </p:xfrm>
            <a:graphic>
              <a:graphicData uri="http://schemas.openxmlformats.org/drawingml/2006/table">
                <a:tbl>
                  <a:tblPr firstRow="1" bandRow="1">
                    <a:tableStyleId>{5C22544A-7EE6-4342-B048-85BDC9FD1C3A}</a:tableStyleId>
                  </a:tblPr>
                  <a:tblGrid>
                    <a:gridCol w="3199607">
                      <a:extLst>
                        <a:ext uri="{9D8B030D-6E8A-4147-A177-3AD203B41FA5}">
                          <a16:colId xmlns:a16="http://schemas.microsoft.com/office/drawing/2014/main" val="576749381"/>
                        </a:ext>
                      </a:extLst>
                    </a:gridCol>
                    <a:gridCol w="3810000">
                      <a:extLst>
                        <a:ext uri="{9D8B030D-6E8A-4147-A177-3AD203B41FA5}">
                          <a16:colId xmlns:a16="http://schemas.microsoft.com/office/drawing/2014/main" val="1408492576"/>
                        </a:ext>
                      </a:extLst>
                    </a:gridCol>
                    <a:gridCol w="2274886">
                      <a:extLst>
                        <a:ext uri="{9D8B030D-6E8A-4147-A177-3AD203B41FA5}">
                          <a16:colId xmlns:a16="http://schemas.microsoft.com/office/drawing/2014/main" val="1406464471"/>
                        </a:ext>
                      </a:extLst>
                    </a:gridCol>
                  </a:tblGrid>
                  <a:tr h="957405">
                    <a:tc>
                      <a:txBody>
                        <a:bodyPr/>
                        <a:lstStyle/>
                        <a:p>
                          <a:pPr algn="r"/>
                          <a:r>
                            <a:rPr lang="en-US" sz="4800" b="0" dirty="0"/>
                            <a:t>Simulation</a:t>
                          </a:r>
                          <a:endParaRPr lang="en-CA" sz="4800" b="0" dirty="0"/>
                        </a:p>
                      </a:txBody>
                      <a:tcPr>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83866" t="-14650" r="-59744" b="-622930"/>
                          </a:stretch>
                        </a:blipFill>
                      </a:tcPr>
                    </a:tc>
                    <a:tc>
                      <a:txBody>
                        <a:bodyPr/>
                        <a:lstStyle/>
                        <a:p>
                          <a:endParaRPr lang="en-US"/>
                        </a:p>
                      </a:txBody>
                      <a:tcPr>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308579" t="-14650" r="-268" b="-622930"/>
                          </a:stretch>
                        </a:blipFill>
                      </a:tcPr>
                    </a:tc>
                    <a:extLst>
                      <a:ext uri="{0D108BD9-81ED-4DB2-BD59-A6C34878D82A}">
                        <a16:rowId xmlns:a16="http://schemas.microsoft.com/office/drawing/2014/main" val="1015684568"/>
                      </a:ext>
                    </a:extLst>
                  </a:tr>
                  <a:tr h="1981830">
                    <a:tc>
                      <a:txBody>
                        <a:bodyPr/>
                        <a:lstStyle/>
                        <a:p>
                          <a:pPr algn="r"/>
                          <a:r>
                            <a:rPr lang="en-US" sz="4800" dirty="0">
                              <a:solidFill>
                                <a:schemeClr val="bg1"/>
                              </a:solidFill>
                            </a:rPr>
                            <a:t>One Fraction</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83866" t="-55385" r="-59744" b="-200923"/>
                          </a:stretch>
                        </a:blipFill>
                      </a:tcPr>
                    </a:tc>
                    <a:tc>
                      <a:txBody>
                        <a:bodyPr/>
                        <a:lstStyle/>
                        <a:p>
                          <a:pPr algn="l"/>
                          <a:r>
                            <a:rPr lang="en-US" sz="4800" dirty="0">
                              <a:solidFill>
                                <a:schemeClr val="bg1"/>
                              </a:solidFill>
                            </a:rPr>
                            <a:t>0.72</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981830">
                    <a:tc>
                      <a:txBody>
                        <a:bodyPr/>
                        <a:lstStyle/>
                        <a:p>
                          <a:pPr algn="r"/>
                          <a:r>
                            <a:rPr lang="en-US" sz="4800" dirty="0">
                              <a:solidFill>
                                <a:schemeClr val="bg1"/>
                              </a:solidFill>
                            </a:rPr>
                            <a:t>One Static Fraction</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83866" t="-154908" r="-59744" b="-100307"/>
                          </a:stretch>
                        </a:blipFill>
                      </a:tcPr>
                    </a:tc>
                    <a:tc>
                      <a:txBody>
                        <a:bodyPr/>
                        <a:lstStyle/>
                        <a:p>
                          <a:pPr algn="l"/>
                          <a:r>
                            <a:rPr lang="en-US" sz="4800" dirty="0">
                              <a:solidFill>
                                <a:schemeClr val="bg1"/>
                              </a:solidFill>
                            </a:rPr>
                            <a:t>1.13</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981830">
                    <a:tc>
                      <a:txBody>
                        <a:bodyPr/>
                        <a:lstStyle/>
                        <a:p>
                          <a:pPr algn="r"/>
                          <a:r>
                            <a:rPr lang="en-US" sz="4800" dirty="0">
                              <a:solidFill>
                                <a:schemeClr val="bg1"/>
                              </a:solidFill>
                            </a:rPr>
                            <a:t>Six Fractions</a:t>
                          </a:r>
                          <a:endParaRPr lang="en-CA" sz="4800" dirty="0">
                            <a:solidFill>
                              <a:schemeClr val="bg1"/>
                            </a:solidFill>
                          </a:endParaRPr>
                        </a:p>
                      </a:txBody>
                      <a:tcPr>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7"/>
                          <a:stretch>
                            <a:fillRect l="-83866" t="-255692" r="-59744" b="-615"/>
                          </a:stretch>
                        </a:blipFill>
                      </a:tcPr>
                    </a:tc>
                    <a:tc>
                      <a:txBody>
                        <a:bodyPr/>
                        <a:lstStyle/>
                        <a:p>
                          <a:pPr algn="l"/>
                          <a:r>
                            <a:rPr lang="en-US" sz="4800" dirty="0">
                              <a:solidFill>
                                <a:schemeClr val="bg1"/>
                              </a:solidFill>
                            </a:rPr>
                            <a:t>0.30</a:t>
                          </a:r>
                          <a:endParaRPr lang="en-CA" sz="4800" dirty="0">
                            <a:solidFill>
                              <a:schemeClr val="bg1"/>
                            </a:solidFill>
                          </a:endParaRPr>
                        </a:p>
                      </a:txBody>
                      <a:tcPr>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Fallback>
      </mc:AlternateContent>
      <p:sp>
        <p:nvSpPr>
          <p:cNvPr id="2" name="Rectangle: Rounded Corners 3">
            <a:extLst>
              <a:ext uri="{FF2B5EF4-FFF2-40B4-BE49-F238E27FC236}">
                <a16:creationId xmlns:a16="http://schemas.microsoft.com/office/drawing/2014/main" id="{00BF5DA3-3221-8339-CAFA-AC67E3501778}"/>
              </a:ext>
            </a:extLst>
          </p:cNvPr>
          <p:cNvSpPr>
            <a:spLocks noChangeArrowheads="1"/>
          </p:cNvSpPr>
          <p:nvPr/>
        </p:nvSpPr>
        <p:spPr bwMode="auto">
          <a:xfrm>
            <a:off x="29905660" y="28334494"/>
            <a:ext cx="9000000" cy="7227557"/>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4800" dirty="0">
                <a:solidFill>
                  <a:schemeClr val="bg1"/>
                </a:solidFill>
              </a:rPr>
              <a:t>Key Results and Discussion</a:t>
            </a:r>
            <a:endParaRPr lang="en-US" altLang="en-US" sz="4000" dirty="0">
              <a:solidFill>
                <a:schemeClr val="bg1"/>
              </a:solidFill>
            </a:endParaRPr>
          </a:p>
          <a:p>
            <a:pPr marL="685800" indent="-685800" eaLnBrk="1" fontAlgn="auto" hangingPunct="1">
              <a:spcBef>
                <a:spcPts val="0"/>
              </a:spcBef>
              <a:spcAft>
                <a:spcPts val="0"/>
              </a:spcAft>
              <a:buFont typeface="Arial" panose="020B0604020202020204" pitchFamily="34" charset="0"/>
              <a:buChar char="•"/>
              <a:defRPr/>
            </a:pPr>
            <a:r>
              <a:rPr lang="en-US" altLang="en-US" sz="4000" dirty="0">
                <a:solidFill>
                  <a:schemeClr val="bg1"/>
                </a:solidFill>
              </a:rPr>
              <a:t>A novel method by which to determine dose to the circulating blood volume during TBI has been </a:t>
            </a:r>
            <a:r>
              <a:rPr lang="en-US" altLang="en-US" sz="4000" dirty="0" err="1">
                <a:solidFill>
                  <a:schemeClr val="bg1"/>
                </a:solidFill>
              </a:rPr>
              <a:t>devloped</a:t>
            </a:r>
            <a:r>
              <a:rPr lang="en-US" altLang="en-US" sz="4000" dirty="0">
                <a:solidFill>
                  <a:schemeClr val="bg1"/>
                </a:solidFill>
              </a:rPr>
              <a:t>.</a:t>
            </a:r>
          </a:p>
          <a:p>
            <a:pPr marL="685800" indent="-685800" eaLnBrk="1" fontAlgn="auto" hangingPunct="1">
              <a:spcBef>
                <a:spcPts val="0"/>
              </a:spcBef>
              <a:spcAft>
                <a:spcPts val="0"/>
              </a:spcAft>
              <a:buFont typeface="Arial" panose="020B0604020202020204" pitchFamily="34" charset="0"/>
              <a:buChar char="•"/>
              <a:defRPr/>
            </a:pPr>
            <a:r>
              <a:rPr lang="en-US" altLang="en-US" sz="4000" dirty="0">
                <a:solidFill>
                  <a:schemeClr val="bg1"/>
                </a:solidFill>
              </a:rPr>
              <a:t>Sweeping Co-60 TBI more evenly doses the blood when fractionated, &lt; 7%.</a:t>
            </a:r>
          </a:p>
          <a:p>
            <a:pPr marL="685800" indent="-685800" eaLnBrk="1" fontAlgn="auto" hangingPunct="1">
              <a:spcBef>
                <a:spcPts val="0"/>
              </a:spcBef>
              <a:spcAft>
                <a:spcPts val="0"/>
              </a:spcAft>
              <a:buFont typeface="Arial" panose="020B0604020202020204" pitchFamily="34" charset="0"/>
              <a:buChar char="•"/>
              <a:defRPr/>
            </a:pPr>
            <a:r>
              <a:rPr lang="en-US" altLang="en-US" sz="4000" dirty="0">
                <a:solidFill>
                  <a:schemeClr val="bg1"/>
                </a:solidFill>
              </a:rPr>
              <a:t>The static dose over-estimates the heterogeneity of the dose</a:t>
            </a:r>
          </a:p>
          <a:p>
            <a:pPr marL="685800" indent="-685800" eaLnBrk="1" fontAlgn="auto" hangingPunct="1">
              <a:spcBef>
                <a:spcPts val="0"/>
              </a:spcBef>
              <a:spcAft>
                <a:spcPts val="0"/>
              </a:spcAft>
              <a:buFont typeface="Arial" panose="020B0604020202020204" pitchFamily="34" charset="0"/>
              <a:buChar char="•"/>
              <a:defRPr/>
            </a:pPr>
            <a:endParaRPr lang="en-US" altLang="en-US" sz="2800" dirty="0">
              <a:solidFill>
                <a:schemeClr val="bg1"/>
              </a:solidFill>
            </a:endParaRPr>
          </a:p>
          <a:p>
            <a:pPr eaLnBrk="1" fontAlgn="auto" hangingPunct="1">
              <a:spcBef>
                <a:spcPts val="0"/>
              </a:spcBef>
              <a:spcAft>
                <a:spcPts val="0"/>
              </a:spcAft>
              <a:defRPr/>
            </a:pPr>
            <a:endParaRPr lang="en-US" altLang="en-US" sz="4872" dirty="0">
              <a:solidFill>
                <a:schemeClr val="bg1"/>
              </a:solidFill>
            </a:endParaRPr>
          </a:p>
        </p:txBody>
      </p:sp>
      <p:sp>
        <p:nvSpPr>
          <p:cNvPr id="10" name="TextBox 9">
            <a:extLst>
              <a:ext uri="{FF2B5EF4-FFF2-40B4-BE49-F238E27FC236}">
                <a16:creationId xmlns:a16="http://schemas.microsoft.com/office/drawing/2014/main" id="{3014E448-E7AB-4110-4DF2-23E1D8DCEC29}"/>
              </a:ext>
            </a:extLst>
          </p:cNvPr>
          <p:cNvSpPr txBox="1"/>
          <p:nvPr/>
        </p:nvSpPr>
        <p:spPr>
          <a:xfrm>
            <a:off x="1082675" y="19827342"/>
            <a:ext cx="9000000" cy="13911501"/>
          </a:xfrm>
          <a:prstGeom prst="rect">
            <a:avLst/>
          </a:prstGeom>
          <a:noFill/>
        </p:spPr>
        <p:txBody>
          <a:bodyPr>
            <a:spAutoFit/>
          </a:bodyPr>
          <a:lstStyle/>
          <a:p>
            <a:pPr eaLnBrk="1" fontAlgn="auto" hangingPunct="1">
              <a:spcBef>
                <a:spcPts val="1200"/>
              </a:spcBef>
              <a:spcAft>
                <a:spcPts val="0"/>
              </a:spcAft>
              <a:defRPr/>
            </a:pPr>
            <a:r>
              <a:rPr lang="en-US" altLang="en-US" sz="3200" b="1" dirty="0">
                <a:solidFill>
                  <a:srgbClr val="0DBFD5"/>
                </a:solidFill>
                <a:latin typeface="Arial" panose="020B0604020202020204" pitchFamily="34" charset="0"/>
                <a:cs typeface="Arial" panose="020B0604020202020204" pitchFamily="34" charset="0"/>
              </a:rPr>
              <a:t>Blood Flow Model</a:t>
            </a: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Vascular Network: </a:t>
            </a:r>
            <a:r>
              <a:rPr lang="en-US" altLang="en-US" sz="2800" dirty="0">
                <a:latin typeface="Arial" panose="020B0604020202020204" pitchFamily="34" charset="0"/>
                <a:cs typeface="Arial" panose="020B0604020202020204" pitchFamily="34" charset="0"/>
              </a:rPr>
              <a:t>a subset of vessels was extracted from the 4D XCAT phantom and their contours were used to determine the length and radius of the vessels. Vessels were subdivided into segments at all branching points.</a:t>
            </a: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Compartments: </a:t>
            </a:r>
            <a:r>
              <a:rPr lang="en-US" altLang="en-US" sz="2800" dirty="0">
                <a:latin typeface="Arial" panose="020B0604020202020204" pitchFamily="34" charset="0"/>
                <a:cs typeface="Arial" panose="020B0604020202020204" pitchFamily="34" charset="0"/>
              </a:rPr>
              <a:t>act as zero-dimensional (OD)  representations of small vessels that feed and drain organs and large gross volumes of tissue and which are not modelled in detail. </a:t>
            </a:r>
            <a:endParaRPr lang="en-US" altLang="en-US" sz="2800" b="1" dirty="0">
              <a:latin typeface="Arial" panose="020B0604020202020204" pitchFamily="34" charset="0"/>
              <a:cs typeface="Arial" panose="020B0604020202020204" pitchFamily="34" charset="0"/>
            </a:endParaRP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Arterial Flow: </a:t>
            </a:r>
            <a:r>
              <a:rPr lang="en-US" altLang="en-US" sz="2800" dirty="0">
                <a:latin typeface="Arial" panose="020B0604020202020204" pitchFamily="34" charset="0"/>
                <a:cs typeface="Arial" panose="020B0604020202020204" pitchFamily="34" charset="0"/>
              </a:rPr>
              <a:t>sourced from</a:t>
            </a:r>
            <a:r>
              <a:rPr lang="en-US" altLang="en-US" sz="2800" b="1" dirty="0">
                <a:latin typeface="Arial" panose="020B0604020202020204" pitchFamily="34" charset="0"/>
                <a:cs typeface="Arial" panose="020B0604020202020204" pitchFamily="34" charset="0"/>
              </a:rPr>
              <a:t> </a:t>
            </a:r>
            <a:r>
              <a:rPr lang="en-US" altLang="en-US" sz="2800" dirty="0">
                <a:latin typeface="Arial" panose="020B0604020202020204" pitchFamily="34" charset="0"/>
                <a:cs typeface="Arial" panose="020B0604020202020204" pitchFamily="34" charset="0"/>
              </a:rPr>
              <a:t>Nektar 1D [4], which generates pulsatile flow rates for major arteries in the form of two-dimensional (2D) arrays containing flow velocities computed at even spatial and time increments. </a:t>
            </a:r>
            <a:endParaRPr lang="en-US" altLang="en-US" sz="2800" b="1" dirty="0">
              <a:latin typeface="Arial" panose="020B0604020202020204" pitchFamily="34" charset="0"/>
              <a:cs typeface="Arial" panose="020B0604020202020204" pitchFamily="34" charset="0"/>
            </a:endParaRP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Venous Flow: </a:t>
            </a:r>
            <a:r>
              <a:rPr lang="en-US" altLang="en-US" sz="2800" dirty="0">
                <a:latin typeface="Arial" panose="020B0604020202020204" pitchFamily="34" charset="0"/>
                <a:cs typeface="Arial" panose="020B0604020202020204" pitchFamily="34" charset="0"/>
              </a:rPr>
              <a:t>sourced from in-vivo measurements reported across the literature. Interpolation and the confluences rule were used to populate the network with non-pulsatile flow rates. </a:t>
            </a:r>
            <a:endParaRPr lang="en-US" altLang="en-US" sz="2800" b="1" dirty="0">
              <a:latin typeface="Arial" panose="020B0604020202020204" pitchFamily="34" charset="0"/>
              <a:cs typeface="Arial" panose="020B0604020202020204" pitchFamily="34" charset="0"/>
            </a:endParaRP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Transporting the BVs: </a:t>
            </a:r>
            <a:r>
              <a:rPr lang="en-US" altLang="en-US" sz="2800" dirty="0">
                <a:latin typeface="Arial" panose="020B0604020202020204" pitchFamily="34" charset="0"/>
                <a:cs typeface="Arial" panose="020B0604020202020204" pitchFamily="34" charset="0"/>
              </a:rPr>
              <a:t>outlined in </a:t>
            </a:r>
            <a:r>
              <a:rPr lang="en-US" altLang="en-US" sz="2800" i="1" dirty="0">
                <a:latin typeface="Arial" panose="020B0604020202020204" pitchFamily="34" charset="0"/>
                <a:cs typeface="Arial" panose="020B0604020202020204" pitchFamily="34" charset="0"/>
              </a:rPr>
              <a:t>Figure 1</a:t>
            </a:r>
            <a:r>
              <a:rPr lang="en-US" altLang="en-US" sz="2800" dirty="0">
                <a:latin typeface="Arial" panose="020B0604020202020204" pitchFamily="34" charset="0"/>
                <a:cs typeface="Arial" panose="020B0604020202020204" pitchFamily="34" charset="0"/>
              </a:rPr>
              <a:t>, the BVs are explicitly transported through the vascular network. When the BVs reach the end of the arterial network, they enter a compartment where they remain for a specified time before moving into the venous network.</a:t>
            </a:r>
          </a:p>
          <a:p>
            <a:pPr marL="342900" indent="-342900" eaLnBrk="1" fontAlgn="auto" hangingPunct="1">
              <a:spcBef>
                <a:spcPts val="1200"/>
              </a:spcBef>
              <a:spcAft>
                <a:spcPts val="1200"/>
              </a:spcAft>
              <a:buFont typeface="Arial" panose="020B0604020202020204" pitchFamily="34" charset="0"/>
              <a:buChar char="•"/>
              <a:defRPr/>
            </a:pPr>
            <a:r>
              <a:rPr lang="en-US" altLang="en-US" sz="2800" b="1" dirty="0">
                <a:latin typeface="Arial" panose="020B0604020202020204" pitchFamily="34" charset="0"/>
                <a:cs typeface="Arial" panose="020B0604020202020204" pitchFamily="34" charset="0"/>
              </a:rPr>
              <a:t>Dwell Times: </a:t>
            </a:r>
            <a:r>
              <a:rPr lang="en-US" altLang="en-US" sz="2800" dirty="0">
                <a:latin typeface="Arial" panose="020B0604020202020204" pitchFamily="34" charset="0"/>
                <a:cs typeface="Arial" panose="020B0604020202020204" pitchFamily="34" charset="0"/>
              </a:rPr>
              <a:t>constants, on the order of seconds, that specify how long BVs spend in a compartment.</a:t>
            </a:r>
            <a:endParaRPr lang="en-US" altLang="en-US" sz="2800" b="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2" name="Text Box 59">
                <a:extLst>
                  <a:ext uri="{FF2B5EF4-FFF2-40B4-BE49-F238E27FC236}">
                    <a16:creationId xmlns:a16="http://schemas.microsoft.com/office/drawing/2014/main" id="{ECB650EF-C494-7676-46C7-5F86DCE6BCB8}"/>
                  </a:ext>
                </a:extLst>
              </p:cNvPr>
              <p:cNvSpPr txBox="1">
                <a:spLocks noChangeArrowheads="1"/>
              </p:cNvSpPr>
              <p:nvPr/>
            </p:nvSpPr>
            <p:spPr bwMode="auto">
              <a:xfrm>
                <a:off x="20098815" y="13284340"/>
                <a:ext cx="9000000" cy="5227072"/>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200"/>
                  </a:spcAft>
                  <a:defRPr/>
                </a:pPr>
                <a:r>
                  <a:rPr lang="en-US" altLang="en-US" sz="3200" b="1" dirty="0">
                    <a:solidFill>
                      <a:srgbClr val="0DBFD5"/>
                    </a:solidFill>
                  </a:rPr>
                  <a:t>Dose to the Circulating Blood Volume</a:t>
                </a:r>
              </a:p>
              <a:p>
                <a:pPr marL="457200" indent="-457200" eaLnBrk="1" fontAlgn="auto" hangingPunct="1">
                  <a:spcBef>
                    <a:spcPts val="0"/>
                  </a:spcBef>
                  <a:spcAft>
                    <a:spcPts val="1200"/>
                  </a:spcAft>
                  <a:buFont typeface="Arial" panose="020B0604020202020204" pitchFamily="34" charset="0"/>
                  <a:buChar char="•"/>
                  <a:defRPr/>
                </a:pPr>
                <a:r>
                  <a:rPr lang="en-US" altLang="en-US" sz="2800" b="1" dirty="0"/>
                  <a:t>Computed Values</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Dose to the circulating BV for 1 Fraction and all 6 Fractions</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Dose to static BVs for 1 Fraction </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Dose-volume histograms (DVHs) for the above BV computations (</a:t>
                </a:r>
                <a:r>
                  <a:rPr lang="en-US" altLang="en-US" sz="2800" i="1" dirty="0"/>
                  <a:t>Figure 4</a:t>
                </a:r>
                <a:r>
                  <a:rPr lang="en-US" altLang="en-US" sz="2800" dirty="0"/>
                  <a:t>)</a:t>
                </a:r>
              </a:p>
              <a:p>
                <a:pPr marL="1200150" lvl="1" indent="-457200" eaLnBrk="1" fontAlgn="auto" hangingPunct="1">
                  <a:spcBef>
                    <a:spcPts val="0"/>
                  </a:spcBef>
                  <a:spcAft>
                    <a:spcPts val="1200"/>
                  </a:spcAft>
                  <a:buFont typeface="Arial" panose="020B0604020202020204" pitchFamily="34" charset="0"/>
                  <a:buChar char="•"/>
                  <a:defRPr/>
                </a:pPr>
                <a:r>
                  <a:rPr lang="en-US" altLang="en-US" sz="2800" dirty="0"/>
                  <a:t>The homogeneity index (</a:t>
                </a:r>
                <a14:m>
                  <m:oMath xmlns:m="http://schemas.openxmlformats.org/officeDocument/2006/math">
                    <m:r>
                      <m:rPr>
                        <m:nor/>
                      </m:rPr>
                      <a:rPr lang="en-US" altLang="en-US" sz="2800" b="0" i="1" smtClean="0">
                        <a:cs typeface="Arial" panose="020B0604020202020204" pitchFamily="34" charset="0"/>
                      </a:rPr>
                      <m:t>HI</m:t>
                    </m:r>
                  </m:oMath>
                </a14:m>
                <a:r>
                  <a:rPr lang="en-US" altLang="en-US" sz="2800" dirty="0"/>
                  <a:t>) [ICRU83]</a:t>
                </a:r>
              </a:p>
              <a:p>
                <a:pPr lvl="1" indent="0" algn="ctr" eaLnBrk="1" fontAlgn="auto" hangingPunct="1">
                  <a:spcBef>
                    <a:spcPts val="0"/>
                  </a:spcBef>
                  <a:spcAft>
                    <a:spcPts val="1200"/>
                  </a:spcAft>
                  <a:defRPr/>
                </a:pPr>
                <a:r>
                  <a:rPr lang="en-US" altLang="en-US" sz="2800" i="1" dirty="0"/>
                  <a:t>HI</a:t>
                </a:r>
                <a:r>
                  <a:rPr lang="en-US" altLang="en-US" sz="2800" dirty="0"/>
                  <a:t> = </a:t>
                </a:r>
                <a14:m>
                  <m:oMath xmlns:m="http://schemas.openxmlformats.org/officeDocument/2006/math">
                    <m:r>
                      <a:rPr lang="en-US" altLang="en-US" sz="2000" b="0" i="1" smtClean="0">
                        <a:latin typeface="Cambria Math" panose="02040503050406030204" pitchFamily="18" charset="0"/>
                      </a:rPr>
                      <m:t> </m:t>
                    </m:r>
                    <m:f>
                      <m:fPr>
                        <m:ctrlPr>
                          <a:rPr lang="en-US" altLang="en-US" sz="2000" b="0" i="1" smtClean="0">
                            <a:latin typeface="Cambria Math" panose="02040503050406030204" pitchFamily="18" charset="0"/>
                          </a:rPr>
                        </m:ctrlPr>
                      </m:fPr>
                      <m:num>
                        <m:sSub>
                          <m:sSubPr>
                            <m:ctrlPr>
                              <a:rPr lang="en-US" altLang="en-US" sz="2000" b="0" i="1" smtClean="0">
                                <a:latin typeface="Cambria Math" panose="02040503050406030204" pitchFamily="18" charset="0"/>
                              </a:rPr>
                            </m:ctrlPr>
                          </m:sSubPr>
                          <m:e>
                            <m:r>
                              <m:rPr>
                                <m:nor/>
                              </m:rPr>
                              <a:rPr lang="en-US" altLang="en-US" sz="2000" b="0" i="0" smtClean="0">
                                <a:cs typeface="Arial" panose="020B0604020202020204" pitchFamily="34" charset="0"/>
                              </a:rPr>
                              <m:t>D</m:t>
                            </m:r>
                          </m:e>
                          <m:sub>
                            <m:r>
                              <m:rPr>
                                <m:nor/>
                              </m:rPr>
                              <a:rPr lang="en-US" altLang="en-US" sz="2000" b="0" i="0" smtClean="0">
                                <a:cs typeface="Arial" panose="020B0604020202020204" pitchFamily="34" charset="0"/>
                              </a:rPr>
                              <m:t>2% </m:t>
                            </m:r>
                          </m:sub>
                        </m:sSub>
                        <m:r>
                          <m:rPr>
                            <m:nor/>
                          </m:rPr>
                          <a:rPr lang="en-US" altLang="en-US" sz="2000" b="0" i="0" smtClean="0">
                            <a:cs typeface="Arial" panose="020B0604020202020204" pitchFamily="34" charset="0"/>
                          </a:rPr>
                          <m:t>− </m:t>
                        </m:r>
                        <m:sSub>
                          <m:sSubPr>
                            <m:ctrlPr>
                              <a:rPr lang="en-US" altLang="en-US" sz="2000" b="0" i="1" smtClean="0">
                                <a:latin typeface="Cambria Math" panose="02040503050406030204" pitchFamily="18" charset="0"/>
                              </a:rPr>
                            </m:ctrlPr>
                          </m:sSubPr>
                          <m:e>
                            <m:r>
                              <m:rPr>
                                <m:nor/>
                              </m:rPr>
                              <a:rPr lang="en-US" altLang="en-US" sz="2000" b="0" i="0" smtClean="0">
                                <a:cs typeface="Arial" panose="020B0604020202020204" pitchFamily="34" charset="0"/>
                              </a:rPr>
                              <m:t>D</m:t>
                            </m:r>
                          </m:e>
                          <m:sub>
                            <m:r>
                              <m:rPr>
                                <m:nor/>
                              </m:rPr>
                              <a:rPr lang="en-US" altLang="en-US" sz="2000" b="0" i="0" smtClean="0">
                                <a:cs typeface="Arial" panose="020B0604020202020204" pitchFamily="34" charset="0"/>
                              </a:rPr>
                              <m:t>98%</m:t>
                            </m:r>
                          </m:sub>
                        </m:sSub>
                      </m:num>
                      <m:den>
                        <m:sSub>
                          <m:sSubPr>
                            <m:ctrlPr>
                              <a:rPr lang="en-US" altLang="en-US" sz="2000" b="0" i="1" smtClean="0">
                                <a:latin typeface="Cambria Math" panose="02040503050406030204" pitchFamily="18" charset="0"/>
                              </a:rPr>
                            </m:ctrlPr>
                          </m:sSubPr>
                          <m:e>
                            <m:r>
                              <m:rPr>
                                <m:nor/>
                              </m:rPr>
                              <a:rPr lang="en-US" altLang="en-US" sz="2000" b="0" i="0" smtClean="0">
                                <a:cs typeface="Arial" panose="020B0604020202020204" pitchFamily="34" charset="0"/>
                              </a:rPr>
                              <m:t>D</m:t>
                            </m:r>
                          </m:e>
                          <m:sub>
                            <m:r>
                              <m:rPr>
                                <m:nor/>
                              </m:rPr>
                              <a:rPr lang="en-US" altLang="en-US" sz="2000" b="0" i="0" smtClean="0">
                                <a:cs typeface="Arial" panose="020B0604020202020204" pitchFamily="34" charset="0"/>
                              </a:rPr>
                              <m:t>50%</m:t>
                            </m:r>
                          </m:sub>
                        </m:sSub>
                      </m:den>
                    </m:f>
                  </m:oMath>
                </a14:m>
                <a:endParaRPr lang="en-US" altLang="en-US" sz="2000" dirty="0">
                  <a:cs typeface="Arial" panose="020B0604020202020204" pitchFamily="34" charset="0"/>
                </a:endParaRPr>
              </a:p>
            </p:txBody>
          </p:sp>
        </mc:Choice>
        <mc:Fallback xmlns="">
          <p:sp>
            <p:nvSpPr>
              <p:cNvPr id="12" name="Text Box 59">
                <a:extLst>
                  <a:ext uri="{FF2B5EF4-FFF2-40B4-BE49-F238E27FC236}">
                    <a16:creationId xmlns:a16="http://schemas.microsoft.com/office/drawing/2014/main" id="{ECB650EF-C494-7676-46C7-5F86DCE6BCB8}"/>
                  </a:ext>
                </a:extLst>
              </p:cNvPr>
              <p:cNvSpPr txBox="1">
                <a:spLocks noRot="1" noChangeAspect="1" noMove="1" noResize="1" noEditPoints="1" noAdjustHandles="1" noChangeArrowheads="1" noChangeShapeType="1" noTextEdit="1"/>
              </p:cNvSpPr>
              <p:nvPr/>
            </p:nvSpPr>
            <p:spPr bwMode="auto">
              <a:xfrm>
                <a:off x="20098815" y="13284340"/>
                <a:ext cx="9000000" cy="5227072"/>
              </a:xfrm>
              <a:prstGeom prst="rect">
                <a:avLst/>
              </a:prstGeom>
              <a:blipFill>
                <a:blip r:embed="rId8"/>
                <a:stretch>
                  <a:fillRect l="-1694" t="-1515" r="-610"/>
                </a:stretch>
              </a:blipFill>
              <a:ln>
                <a:noFill/>
              </a:ln>
              <a:effectLst/>
            </p:spPr>
            <p:txBody>
              <a:bodyPr/>
              <a:lstStyle/>
              <a:p>
                <a:r>
                  <a:rPr lang="en-CA">
                    <a:noFill/>
                  </a:rPr>
                  <a:t> </a:t>
                </a:r>
              </a:p>
            </p:txBody>
          </p:sp>
        </mc:Fallback>
      </mc:AlternateContent>
      <p:grpSp>
        <p:nvGrpSpPr>
          <p:cNvPr id="14" name="Group 13">
            <a:extLst>
              <a:ext uri="{FF2B5EF4-FFF2-40B4-BE49-F238E27FC236}">
                <a16:creationId xmlns:a16="http://schemas.microsoft.com/office/drawing/2014/main" id="{ED27AFCC-1DF1-25E1-6BA8-74082A04EB9B}"/>
              </a:ext>
            </a:extLst>
          </p:cNvPr>
          <p:cNvGrpSpPr/>
          <p:nvPr/>
        </p:nvGrpSpPr>
        <p:grpSpPr>
          <a:xfrm>
            <a:off x="10844243" y="32110604"/>
            <a:ext cx="9396000" cy="6975379"/>
            <a:chOff x="10037763" y="24982727"/>
            <a:chExt cx="9115717" cy="6702926"/>
          </a:xfrm>
        </p:grpSpPr>
        <p:pic>
          <p:nvPicPr>
            <p:cNvPr id="19" name="Picture 18">
              <a:extLst>
                <a:ext uri="{FF2B5EF4-FFF2-40B4-BE49-F238E27FC236}">
                  <a16:creationId xmlns:a16="http://schemas.microsoft.com/office/drawing/2014/main" id="{E68FC7DA-3A0B-57DE-962B-2714DB92230B}"/>
                </a:ext>
              </a:extLst>
            </p:cNvPr>
            <p:cNvPicPr>
              <a:picLocks noChangeAspect="1"/>
            </p:cNvPicPr>
            <p:nvPr/>
          </p:nvPicPr>
          <p:blipFill>
            <a:blip r:embed="rId9"/>
            <a:srcRect l="6666" t="18155" r="8007" b="13986"/>
            <a:stretch>
              <a:fillRect/>
            </a:stretch>
          </p:blipFill>
          <p:spPr>
            <a:xfrm>
              <a:off x="10211971" y="24982727"/>
              <a:ext cx="8767301" cy="5748820"/>
            </a:xfrm>
            <a:prstGeom prst="roundRect">
              <a:avLst/>
            </a:prstGeom>
            <a:ln>
              <a:solidFill>
                <a:srgbClr val="905AA6"/>
              </a:solidFill>
            </a:ln>
          </p:spPr>
        </p:pic>
        <p:sp>
          <p:nvSpPr>
            <p:cNvPr id="13" name="TextBox 12">
              <a:extLst>
                <a:ext uri="{FF2B5EF4-FFF2-40B4-BE49-F238E27FC236}">
                  <a16:creationId xmlns:a16="http://schemas.microsoft.com/office/drawing/2014/main" id="{6151FE93-5C7C-3AF2-0B1E-07C2693CF6A6}"/>
                </a:ext>
              </a:extLst>
            </p:cNvPr>
            <p:cNvSpPr txBox="1"/>
            <p:nvPr/>
          </p:nvSpPr>
          <p:spPr>
            <a:xfrm>
              <a:off x="10037763" y="30731546"/>
              <a:ext cx="9115717" cy="954107"/>
            </a:xfrm>
            <a:prstGeom prst="rect">
              <a:avLst/>
            </a:prstGeom>
            <a:noFill/>
          </p:spPr>
          <p:txBody>
            <a:bodyPr wrap="square" rtlCol="0">
              <a:spAutoFit/>
            </a:bodyPr>
            <a:lstStyle/>
            <a:p>
              <a:r>
                <a:rPr lang="en-US" sz="2800" i="1" dirty="0">
                  <a:latin typeface="Arial" panose="020B0604020202020204" pitchFamily="34" charset="0"/>
                  <a:cs typeface="Arial" panose="020B0604020202020204" pitchFamily="34" charset="0"/>
                </a:rPr>
                <a:t>Figure 2: </a:t>
              </a:r>
              <a:r>
                <a:rPr lang="en-US" sz="2800" dirty="0">
                  <a:latin typeface="Arial" panose="020B0604020202020204" pitchFamily="34" charset="0"/>
                  <a:cs typeface="Arial" panose="020B0604020202020204" pitchFamily="34" charset="0"/>
                </a:rPr>
                <a:t>A diagram representing how the 4D dose data is queried at every time step (</a:t>
              </a:r>
              <a:r>
                <a:rPr lang="en-US" sz="2800" i="1" dirty="0">
                  <a:latin typeface="Arial" panose="020B0604020202020204" pitchFamily="34" charset="0"/>
                  <a:cs typeface="Arial" panose="020B0604020202020204" pitchFamily="34" charset="0"/>
                </a:rPr>
                <a:t>t</a:t>
              </a:r>
              <a:r>
                <a:rPr lang="en-US" sz="2800" dirty="0">
                  <a:latin typeface="Arial" panose="020B0604020202020204" pitchFamily="34" charset="0"/>
                  <a:cs typeface="Arial" panose="020B0604020202020204" pitchFamily="34" charset="0"/>
                </a:rPr>
                <a:t>). </a:t>
              </a:r>
              <a:endParaRPr lang="en-CA" sz="2800" i="1"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09914F27-CD47-14BD-6F93-AC1B4AF65162}"/>
              </a:ext>
            </a:extLst>
          </p:cNvPr>
          <p:cNvGrpSpPr/>
          <p:nvPr/>
        </p:nvGrpSpPr>
        <p:grpSpPr>
          <a:xfrm>
            <a:off x="11042243" y="24232499"/>
            <a:ext cx="9000000" cy="7470387"/>
            <a:chOff x="10869203" y="24713196"/>
            <a:chExt cx="8732840" cy="7470387"/>
          </a:xfrm>
        </p:grpSpPr>
        <p:pic>
          <p:nvPicPr>
            <p:cNvPr id="17" name="Picture 16">
              <a:extLst>
                <a:ext uri="{FF2B5EF4-FFF2-40B4-BE49-F238E27FC236}">
                  <a16:creationId xmlns:a16="http://schemas.microsoft.com/office/drawing/2014/main" id="{CFD93C06-E041-F664-3B60-8B532C682874}"/>
                </a:ext>
              </a:extLst>
            </p:cNvPr>
            <p:cNvPicPr>
              <a:picLocks noChangeAspect="1"/>
            </p:cNvPicPr>
            <p:nvPr/>
          </p:nvPicPr>
          <p:blipFill>
            <a:blip r:embed="rId10"/>
            <a:srcRect l="7650" t="6518" r="9869" b="15478"/>
            <a:stretch>
              <a:fillRect/>
            </a:stretch>
          </p:blipFill>
          <p:spPr>
            <a:xfrm>
              <a:off x="10869203" y="24713196"/>
              <a:ext cx="8732840" cy="6516280"/>
            </a:xfrm>
            <a:prstGeom prst="roundRect">
              <a:avLst/>
            </a:prstGeom>
            <a:ln>
              <a:solidFill>
                <a:srgbClr val="905AA6"/>
              </a:solidFill>
            </a:ln>
          </p:spPr>
        </p:pic>
        <p:sp>
          <p:nvSpPr>
            <p:cNvPr id="15" name="TextBox 14">
              <a:extLst>
                <a:ext uri="{FF2B5EF4-FFF2-40B4-BE49-F238E27FC236}">
                  <a16:creationId xmlns:a16="http://schemas.microsoft.com/office/drawing/2014/main" id="{0BDDB76B-B8D3-070B-ABC6-678E16F902D2}"/>
                </a:ext>
              </a:extLst>
            </p:cNvPr>
            <p:cNvSpPr txBox="1"/>
            <p:nvPr/>
          </p:nvSpPr>
          <p:spPr>
            <a:xfrm>
              <a:off x="10869203" y="31229476"/>
              <a:ext cx="8732840" cy="954107"/>
            </a:xfrm>
            <a:prstGeom prst="rect">
              <a:avLst/>
            </a:prstGeom>
            <a:noFill/>
          </p:spPr>
          <p:txBody>
            <a:bodyPr wrap="square" rtlCol="0">
              <a:spAutoFit/>
            </a:bodyPr>
            <a:lstStyle/>
            <a:p>
              <a:r>
                <a:rPr lang="en-US" sz="2800" i="1" dirty="0">
                  <a:latin typeface="Arial" panose="020B0604020202020204" pitchFamily="34" charset="0"/>
                  <a:cs typeface="Arial" panose="020B0604020202020204" pitchFamily="34" charset="0"/>
                </a:rPr>
                <a:t>Figure 1: </a:t>
              </a:r>
              <a:r>
                <a:rPr lang="en-US" sz="2800" dirty="0">
                  <a:latin typeface="Arial" panose="020B0604020202020204" pitchFamily="34" charset="0"/>
                  <a:cs typeface="Arial" panose="020B0604020202020204" pitchFamily="34" charset="0"/>
                </a:rPr>
                <a:t>A diagram representing the BV transport algorithm for pulsatile flow</a:t>
              </a:r>
              <a:r>
                <a:rPr lang="en-US" sz="2400" dirty="0">
                  <a:latin typeface="Arial" panose="020B0604020202020204" pitchFamily="34" charset="0"/>
                  <a:cs typeface="Arial" panose="020B0604020202020204" pitchFamily="34" charset="0"/>
                </a:rPr>
                <a:t>. </a:t>
              </a:r>
              <a:endParaRPr lang="en-CA" sz="2400" i="1" dirty="0">
                <a:latin typeface="Arial" panose="020B0604020202020204" pitchFamily="34" charset="0"/>
                <a:cs typeface="Arial" panose="020B0604020202020204" pitchFamily="34" charset="0"/>
              </a:endParaRPr>
            </a:p>
          </p:txBody>
        </p:sp>
      </p:grpSp>
      <p:grpSp>
        <p:nvGrpSpPr>
          <p:cNvPr id="28" name="Group 27">
            <a:extLst>
              <a:ext uri="{FF2B5EF4-FFF2-40B4-BE49-F238E27FC236}">
                <a16:creationId xmlns:a16="http://schemas.microsoft.com/office/drawing/2014/main" id="{8EF010C2-A7DA-16F7-B073-18EA18586EAE}"/>
              </a:ext>
            </a:extLst>
          </p:cNvPr>
          <p:cNvGrpSpPr/>
          <p:nvPr/>
        </p:nvGrpSpPr>
        <p:grpSpPr>
          <a:xfrm>
            <a:off x="29200906" y="5058483"/>
            <a:ext cx="9000000" cy="14117342"/>
            <a:chOff x="20153244" y="10807654"/>
            <a:chExt cx="9000000" cy="14117342"/>
          </a:xfrm>
        </p:grpSpPr>
        <p:grpSp>
          <p:nvGrpSpPr>
            <p:cNvPr id="26" name="Group 25">
              <a:extLst>
                <a:ext uri="{FF2B5EF4-FFF2-40B4-BE49-F238E27FC236}">
                  <a16:creationId xmlns:a16="http://schemas.microsoft.com/office/drawing/2014/main" id="{2ACC858E-6093-DCA7-9A8C-F22C39DD4F25}"/>
                </a:ext>
              </a:extLst>
            </p:cNvPr>
            <p:cNvGrpSpPr/>
            <p:nvPr/>
          </p:nvGrpSpPr>
          <p:grpSpPr>
            <a:xfrm>
              <a:off x="20153244" y="10807654"/>
              <a:ext cx="9000000" cy="12735896"/>
              <a:chOff x="20602691" y="9768427"/>
              <a:chExt cx="9719718" cy="12735896"/>
            </a:xfrm>
          </p:grpSpPr>
          <p:grpSp>
            <p:nvGrpSpPr>
              <p:cNvPr id="20" name="Group 19">
                <a:extLst>
                  <a:ext uri="{FF2B5EF4-FFF2-40B4-BE49-F238E27FC236}">
                    <a16:creationId xmlns:a16="http://schemas.microsoft.com/office/drawing/2014/main" id="{F166CAAD-3718-455D-7256-1582097CC21D}"/>
                  </a:ext>
                </a:extLst>
              </p:cNvPr>
              <p:cNvGrpSpPr/>
              <p:nvPr/>
            </p:nvGrpSpPr>
            <p:grpSpPr>
              <a:xfrm>
                <a:off x="20602691" y="9991420"/>
                <a:ext cx="9395999" cy="12512903"/>
                <a:chOff x="20447952" y="11336286"/>
                <a:chExt cx="9395999" cy="12512903"/>
              </a:xfrm>
            </p:grpSpPr>
            <p:pic>
              <p:nvPicPr>
                <p:cNvPr id="3091" name="Picture 19">
                  <a:extLst>
                    <a:ext uri="{FF2B5EF4-FFF2-40B4-BE49-F238E27FC236}">
                      <a16:creationId xmlns:a16="http://schemas.microsoft.com/office/drawing/2014/main" id="{53CE732F-3A56-723A-A6CD-028418CC167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447952" y="17270976"/>
                  <a:ext cx="9395999" cy="6578213"/>
                </a:xfrm>
                <a:prstGeom prst="round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574D6327-C164-29E7-30E3-4B4F559367A0}"/>
                    </a:ext>
                  </a:extLst>
                </p:cNvPr>
                <p:cNvPicPr>
                  <a:picLocks noChangeAspect="1"/>
                </p:cNvPicPr>
                <p:nvPr/>
              </p:nvPicPr>
              <p:blipFill>
                <a:blip r:embed="rId12">
                  <a:extLst>
                    <a:ext uri="{28A0092B-C50C-407E-A947-70E740481C1C}">
                      <a14:useLocalDpi xmlns:a14="http://schemas.microsoft.com/office/drawing/2010/main" val="0"/>
                    </a:ext>
                  </a:extLst>
                </a:blip>
                <a:srcRect t="275" b="275"/>
                <a:stretch/>
              </p:blipFill>
              <p:spPr>
                <a:xfrm>
                  <a:off x="20709344" y="11336286"/>
                  <a:ext cx="9000000" cy="6322920"/>
                </a:xfrm>
                <a:prstGeom prst="roundRect">
                  <a:avLst/>
                </a:prstGeom>
                <a:ln>
                  <a:noFill/>
                </a:ln>
              </p:spPr>
            </p:pic>
          </p:grpSp>
          <p:sp>
            <p:nvSpPr>
              <p:cNvPr id="24" name="Rectangle: Rounded Corners 23">
                <a:extLst>
                  <a:ext uri="{FF2B5EF4-FFF2-40B4-BE49-F238E27FC236}">
                    <a16:creationId xmlns:a16="http://schemas.microsoft.com/office/drawing/2014/main" id="{6A1F746E-31D2-0D9E-A3A7-B71BD39EA629}"/>
                  </a:ext>
                </a:extLst>
              </p:cNvPr>
              <p:cNvSpPr/>
              <p:nvPr/>
            </p:nvSpPr>
            <p:spPr>
              <a:xfrm>
                <a:off x="20714300" y="9768427"/>
                <a:ext cx="9608109" cy="12735895"/>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7" name="TextBox 26">
              <a:extLst>
                <a:ext uri="{FF2B5EF4-FFF2-40B4-BE49-F238E27FC236}">
                  <a16:creationId xmlns:a16="http://schemas.microsoft.com/office/drawing/2014/main" id="{9524403E-8D34-15B0-5836-B7EA0561FDE3}"/>
                </a:ext>
              </a:extLst>
            </p:cNvPr>
            <p:cNvSpPr txBox="1"/>
            <p:nvPr/>
          </p:nvSpPr>
          <p:spPr>
            <a:xfrm>
              <a:off x="20335953" y="23540001"/>
              <a:ext cx="8602035" cy="1384995"/>
            </a:xfrm>
            <a:prstGeom prst="rect">
              <a:avLst/>
            </a:prstGeom>
            <a:noFill/>
          </p:spPr>
          <p:txBody>
            <a:bodyPr wrap="none" rtlCol="0">
              <a:spAutoFit/>
            </a:bodyPr>
            <a:lstStyle/>
            <a:p>
              <a:r>
                <a:rPr lang="en-US" sz="2800" i="1" dirty="0">
                  <a:latin typeface="Arial" panose="020B0604020202020204" pitchFamily="34" charset="0"/>
                  <a:cs typeface="Arial" panose="020B0604020202020204" pitchFamily="34" charset="0"/>
                </a:rPr>
                <a:t>Figure 3: </a:t>
              </a:r>
              <a:r>
                <a:rPr lang="en-US" sz="2800" dirty="0">
                  <a:latin typeface="Arial" panose="020B0604020202020204" pitchFamily="34" charset="0"/>
                  <a:cs typeface="Arial" panose="020B0604020202020204" pitchFamily="34" charset="0"/>
                </a:rPr>
                <a:t>Diagrams of how both the dose is sampled </a:t>
              </a:r>
            </a:p>
            <a:p>
              <a:r>
                <a:rPr lang="en-US" sz="2800" dirty="0">
                  <a:latin typeface="Arial" panose="020B0604020202020204" pitchFamily="34" charset="0"/>
                  <a:cs typeface="Arial" panose="020B0604020202020204" pitchFamily="34" charset="0"/>
                </a:rPr>
                <a:t>from the compartment DVH and the compartment </a:t>
              </a:r>
            </a:p>
            <a:p>
              <a:r>
                <a:rPr lang="en-US" sz="2800" dirty="0">
                  <a:latin typeface="Arial" panose="020B0604020202020204" pitchFamily="34" charset="0"/>
                  <a:cs typeface="Arial" panose="020B0604020202020204" pitchFamily="34" charset="0"/>
                </a:rPr>
                <a:t>energy rate is sampled</a:t>
              </a:r>
              <a:r>
                <a:rPr lang="en-US" sz="2800" i="1" dirty="0">
                  <a:latin typeface="Arial" panose="020B0604020202020204" pitchFamily="34" charset="0"/>
                  <a:cs typeface="Arial" panose="020B0604020202020204" pitchFamily="34" charset="0"/>
                </a:rPr>
                <a:t>.</a:t>
              </a:r>
              <a:endParaRPr lang="en-CA" sz="2800" i="1" dirty="0">
                <a:latin typeface="Arial" panose="020B0604020202020204" pitchFamily="34" charset="0"/>
                <a:cs typeface="Arial" panose="020B0604020202020204" pitchFamily="34" charset="0"/>
              </a:endParaRPr>
            </a:p>
          </p:txBody>
        </p:sp>
      </p:grpSp>
      <p:grpSp>
        <p:nvGrpSpPr>
          <p:cNvPr id="3081" name="Group 3080">
            <a:extLst>
              <a:ext uri="{FF2B5EF4-FFF2-40B4-BE49-F238E27FC236}">
                <a16:creationId xmlns:a16="http://schemas.microsoft.com/office/drawing/2014/main" id="{0953F5F3-5A61-B6DA-45C0-13A1725AEEA1}"/>
              </a:ext>
            </a:extLst>
          </p:cNvPr>
          <p:cNvGrpSpPr/>
          <p:nvPr/>
        </p:nvGrpSpPr>
        <p:grpSpPr>
          <a:xfrm>
            <a:off x="20441532" y="19175825"/>
            <a:ext cx="18360000" cy="8660925"/>
            <a:chOff x="20441532" y="19175825"/>
            <a:chExt cx="18360000" cy="8660925"/>
          </a:xfrm>
        </p:grpSpPr>
        <p:grpSp>
          <p:nvGrpSpPr>
            <p:cNvPr id="31" name="Group 30">
              <a:extLst>
                <a:ext uri="{FF2B5EF4-FFF2-40B4-BE49-F238E27FC236}">
                  <a16:creationId xmlns:a16="http://schemas.microsoft.com/office/drawing/2014/main" id="{7924E4C1-DAD5-4EBF-606E-898C991B9D93}"/>
                </a:ext>
              </a:extLst>
            </p:cNvPr>
            <p:cNvGrpSpPr/>
            <p:nvPr/>
          </p:nvGrpSpPr>
          <p:grpSpPr>
            <a:xfrm>
              <a:off x="20441532" y="19175825"/>
              <a:ext cx="18360000" cy="6835178"/>
              <a:chOff x="20098815" y="19175825"/>
              <a:chExt cx="18982295" cy="6835178"/>
            </a:xfrm>
          </p:grpSpPr>
          <p:grpSp>
            <p:nvGrpSpPr>
              <p:cNvPr id="29" name="Group 28">
                <a:extLst>
                  <a:ext uri="{FF2B5EF4-FFF2-40B4-BE49-F238E27FC236}">
                    <a16:creationId xmlns:a16="http://schemas.microsoft.com/office/drawing/2014/main" id="{5CFEE5B6-B77D-739F-59F6-7AC104E5A9AE}"/>
                  </a:ext>
                </a:extLst>
              </p:cNvPr>
              <p:cNvGrpSpPr/>
              <p:nvPr/>
            </p:nvGrpSpPr>
            <p:grpSpPr>
              <a:xfrm>
                <a:off x="20121606" y="19175825"/>
                <a:ext cx="18744248" cy="6835178"/>
                <a:chOff x="20121606" y="19175825"/>
                <a:chExt cx="18744248" cy="6835178"/>
              </a:xfrm>
            </p:grpSpPr>
            <p:pic>
              <p:nvPicPr>
                <p:cNvPr id="3084" name="Picture 13" descr="A graph of a number of fractions&#10;&#10;AI-generated content may be incorrect.">
                  <a:extLst>
                    <a:ext uri="{FF2B5EF4-FFF2-40B4-BE49-F238E27FC236}">
                      <a16:creationId xmlns:a16="http://schemas.microsoft.com/office/drawing/2014/main" id="{88571CB0-6B41-EA1E-748E-D951BCBFF47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121606" y="19223736"/>
                  <a:ext cx="9529694" cy="6739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15" descr="A diagram of a normal distribution&#10;&#10;AI-generated content may be incorrect.">
                  <a:extLst>
                    <a:ext uri="{FF2B5EF4-FFF2-40B4-BE49-F238E27FC236}">
                      <a16:creationId xmlns:a16="http://schemas.microsoft.com/office/drawing/2014/main" id="{4EF555CF-EAA8-682E-12CB-EBCED8285EB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05854" y="19175825"/>
                  <a:ext cx="9360000" cy="683517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pSp>
          <p:sp>
            <p:nvSpPr>
              <p:cNvPr id="30" name="Rectangle: Rounded Corners 29">
                <a:extLst>
                  <a:ext uri="{FF2B5EF4-FFF2-40B4-BE49-F238E27FC236}">
                    <a16:creationId xmlns:a16="http://schemas.microsoft.com/office/drawing/2014/main" id="{ACB57E03-A0F8-49CE-5F9D-A388252B2760}"/>
                  </a:ext>
                </a:extLst>
              </p:cNvPr>
              <p:cNvSpPr/>
              <p:nvPr/>
            </p:nvSpPr>
            <p:spPr>
              <a:xfrm>
                <a:off x="20098815" y="19213871"/>
                <a:ext cx="18982295" cy="6786294"/>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3076" name="TextBox 3075">
              <a:extLst>
                <a:ext uri="{FF2B5EF4-FFF2-40B4-BE49-F238E27FC236}">
                  <a16:creationId xmlns:a16="http://schemas.microsoft.com/office/drawing/2014/main" id="{53B2C2D2-0AC7-4CC7-60D3-2DF6F6810FA8}"/>
                </a:ext>
              </a:extLst>
            </p:cNvPr>
            <p:cNvSpPr txBox="1"/>
            <p:nvPr/>
          </p:nvSpPr>
          <p:spPr>
            <a:xfrm>
              <a:off x="20547655" y="26020868"/>
              <a:ext cx="17619869" cy="1815882"/>
            </a:xfrm>
            <a:prstGeom prst="rect">
              <a:avLst/>
            </a:prstGeom>
            <a:noFill/>
          </p:spPr>
          <p:txBody>
            <a:bodyPr wrap="square" rtlCol="0">
              <a:spAutoFit/>
            </a:bodyPr>
            <a:lstStyle/>
            <a:p>
              <a:r>
                <a:rPr lang="en-US" sz="2800" i="1" dirty="0">
                  <a:latin typeface="Arial" panose="020B0604020202020204" pitchFamily="34" charset="0"/>
                  <a:cs typeface="Arial" panose="020B0604020202020204" pitchFamily="34" charset="0"/>
                </a:rPr>
                <a:t>Figure 4: </a:t>
              </a:r>
              <a:r>
                <a:rPr lang="en-US" sz="2800" dirty="0">
                  <a:latin typeface="Arial" panose="020B0604020202020204" pitchFamily="34" charset="0"/>
                  <a:cs typeface="Arial" panose="020B0604020202020204" pitchFamily="34" charset="0"/>
                </a:rPr>
                <a:t>The result of the dose deposition simulations presented as: (Left) dose-volume histograms for the single fraction dose to the blood volumes, torso and body and all fraction dose to blood volumes. (Right) Dose delivered to both circulating and static blood volumes receiving a single fraction of sweeping Cobalt-60 TBI. The density histograms are marked by the dashed lines, and a Gaussian distribution was fitted to the results.</a:t>
              </a:r>
              <a:endParaRPr lang="en-CA" sz="2800" i="1" dirty="0">
                <a:latin typeface="Arial" panose="020B0604020202020204" pitchFamily="34" charset="0"/>
                <a:cs typeface="Arial" panose="020B0604020202020204" pitchFamily="34" charset="0"/>
              </a:endParaRPr>
            </a:p>
          </p:txBody>
        </p:sp>
      </p:grpSp>
      <p:sp>
        <p:nvSpPr>
          <p:cNvPr id="3082" name="TextBox 3081">
            <a:extLst>
              <a:ext uri="{FF2B5EF4-FFF2-40B4-BE49-F238E27FC236}">
                <a16:creationId xmlns:a16="http://schemas.microsoft.com/office/drawing/2014/main" id="{9F249AAF-878A-B6D0-7755-8415D0C5E77B}"/>
              </a:ext>
            </a:extLst>
          </p:cNvPr>
          <p:cNvSpPr txBox="1"/>
          <p:nvPr/>
        </p:nvSpPr>
        <p:spPr>
          <a:xfrm>
            <a:off x="30182386" y="35796405"/>
            <a:ext cx="9000000" cy="2708434"/>
          </a:xfrm>
          <a:prstGeom prst="rect">
            <a:avLst/>
          </a:prstGeom>
          <a:noFill/>
        </p:spPr>
        <p:txBody>
          <a:bodyPr wrap="square">
            <a:spAutoFit/>
          </a:bodyPr>
          <a:lstStyle/>
          <a:p>
            <a:pPr eaLnBrk="1" fontAlgn="auto" hangingPunct="1">
              <a:spcBef>
                <a:spcPts val="1200"/>
              </a:spcBef>
              <a:spcAft>
                <a:spcPts val="0"/>
              </a:spcAft>
              <a:defRPr/>
            </a:pPr>
            <a:r>
              <a:rPr lang="en-US" altLang="en-US" sz="4800" b="1" dirty="0">
                <a:solidFill>
                  <a:srgbClr val="0DBFD5"/>
                </a:solidFill>
                <a:latin typeface="Arial" panose="020B0604020202020204" pitchFamily="34" charset="0"/>
                <a:cs typeface="Arial" panose="020B0604020202020204" pitchFamily="34" charset="0"/>
              </a:rPr>
              <a:t>Acknowledgments</a:t>
            </a:r>
          </a:p>
          <a:p>
            <a:pPr eaLnBrk="1" fontAlgn="auto" hangingPunct="1">
              <a:spcBef>
                <a:spcPts val="1200"/>
              </a:spcBef>
              <a:spcAft>
                <a:spcPts val="0"/>
              </a:spcAft>
              <a:defRPr/>
            </a:pPr>
            <a:r>
              <a:rPr lang="en-US" altLang="en-US" sz="2800" dirty="0">
                <a:latin typeface="Arial" panose="020B0604020202020204" pitchFamily="34" charset="0"/>
                <a:cs typeface="Arial" panose="020B0604020202020204" pitchFamily="34" charset="0"/>
              </a:rPr>
              <a:t>This research was supported by a grant from Lymphoma Canada, and utilized the Digital Research Alliance of Canada’s Advanced Research Computing resources.</a:t>
            </a:r>
          </a:p>
        </p:txBody>
      </p:sp>
      <p:sp>
        <p:nvSpPr>
          <p:cNvPr id="3086" name="TextBox 3085">
            <a:extLst>
              <a:ext uri="{FF2B5EF4-FFF2-40B4-BE49-F238E27FC236}">
                <a16:creationId xmlns:a16="http://schemas.microsoft.com/office/drawing/2014/main" id="{4F2DA33B-C07B-CC09-2DA5-69C542CF8A15}"/>
              </a:ext>
            </a:extLst>
          </p:cNvPr>
          <p:cNvSpPr txBox="1"/>
          <p:nvPr/>
        </p:nvSpPr>
        <p:spPr>
          <a:xfrm>
            <a:off x="20451670" y="38589539"/>
            <a:ext cx="19148518" cy="1015663"/>
          </a:xfrm>
          <a:prstGeom prst="rect">
            <a:avLst/>
          </a:prstGeom>
          <a:noFill/>
        </p:spPr>
        <p:txBody>
          <a:bodyPr wrap="square">
            <a:spAutoFit/>
          </a:bodyPr>
          <a:lstStyle/>
          <a:p>
            <a:pPr eaLnBrk="1" fontAlgn="auto" hangingPunct="1">
              <a:spcBef>
                <a:spcPts val="1200"/>
              </a:spcBef>
              <a:spcAft>
                <a:spcPts val="0"/>
              </a:spcAft>
              <a:defRPr/>
            </a:pPr>
            <a:r>
              <a:rPr lang="en-US" altLang="en-US" sz="2000" b="1" dirty="0">
                <a:latin typeface="Arial" panose="020B0604020202020204" pitchFamily="34" charset="0"/>
                <a:cs typeface="Arial" panose="020B0604020202020204" pitchFamily="34" charset="0"/>
              </a:rPr>
              <a:t>1 </a:t>
            </a:r>
            <a:r>
              <a:rPr lang="en-US" altLang="en-US" sz="2000" dirty="0">
                <a:latin typeface="Arial" panose="020B0604020202020204" pitchFamily="34" charset="0"/>
                <a:cs typeface="Arial" panose="020B0604020202020204" pitchFamily="34" charset="0"/>
              </a:rPr>
              <a:t>– Department of Physics &amp; Astronomy, University of British Columbia, Vancouver, BC, Canada. </a:t>
            </a:r>
            <a:r>
              <a:rPr lang="en-US" altLang="en-US" sz="2000" b="1" dirty="0">
                <a:latin typeface="Arial" panose="020B0604020202020204" pitchFamily="34" charset="0"/>
                <a:cs typeface="Arial" panose="020B0604020202020204" pitchFamily="34" charset="0"/>
              </a:rPr>
              <a:t>2 </a:t>
            </a:r>
            <a:r>
              <a:rPr lang="en-US" altLang="en-US" sz="2000" dirty="0">
                <a:latin typeface="Arial" panose="020B0604020202020204" pitchFamily="34" charset="0"/>
                <a:cs typeface="Arial" panose="020B0604020202020204" pitchFamily="34" charset="0"/>
              </a:rPr>
              <a:t>– Medical Physics Department, BC Cancer Agency, Vancouver, BC, Canada. </a:t>
            </a:r>
            <a:r>
              <a:rPr lang="en-US" altLang="en-US" sz="2000" b="1" dirty="0">
                <a:latin typeface="Arial" panose="020B0604020202020204" pitchFamily="34" charset="0"/>
                <a:cs typeface="Arial" panose="020B0604020202020204" pitchFamily="34" charset="0"/>
              </a:rPr>
              <a:t>3</a:t>
            </a:r>
            <a:r>
              <a:rPr lang="en-US" altLang="en-US" sz="2000" dirty="0">
                <a:latin typeface="Arial" panose="020B0604020202020204" pitchFamily="34" charset="0"/>
                <a:cs typeface="Arial" panose="020B0604020202020204" pitchFamily="34" charset="0"/>
              </a:rPr>
              <a:t> - Medical Physics Department, BC Cancer Agency, Abbotsford, BC, Canada. </a:t>
            </a:r>
            <a:r>
              <a:rPr lang="en-US" altLang="en-US" sz="2000" b="1" dirty="0">
                <a:latin typeface="Arial" panose="020B0604020202020204" pitchFamily="34" charset="0"/>
                <a:cs typeface="Arial" panose="020B0604020202020204" pitchFamily="34" charset="0"/>
              </a:rPr>
              <a:t>4</a:t>
            </a:r>
            <a:r>
              <a:rPr lang="en-US" altLang="en-US" sz="2000" dirty="0">
                <a:latin typeface="Arial" panose="020B0604020202020204" pitchFamily="34" charset="0"/>
                <a:cs typeface="Arial" panose="020B0604020202020204" pitchFamily="34" charset="0"/>
              </a:rPr>
              <a:t> - Department of Surgery, University of British Columbia, Vancouver,  BC, Canada.</a:t>
            </a:r>
          </a:p>
        </p:txBody>
      </p:sp>
    </p:spTree>
  </p:cSld>
  <p:clrMapOvr>
    <a:masterClrMapping/>
  </p:clrMapOvr>
</p:sld>
</file>

<file path=ppt/theme/theme1.xml><?xml version="1.0" encoding="utf-8"?>
<a:theme xmlns:a="http://schemas.openxmlformats.org/drawingml/2006/main" name="BCCancer_ResearchPosterTemplat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BF13512776C543987F4D069DF0ED0F" ma:contentTypeVersion="3" ma:contentTypeDescription="Create a new document." ma:contentTypeScope="" ma:versionID="b64333cbd123e397e5d90f6ed01f3ab9">
  <xsd:schema xmlns:xsd="http://www.w3.org/2001/XMLSchema" xmlns:xs="http://www.w3.org/2001/XMLSchema" xmlns:p="http://schemas.microsoft.com/office/2006/metadata/properties" targetNamespace="http://schemas.microsoft.com/office/2006/metadata/properties" ma:root="true" ma:fieldsID="5e9a40d8e9ca84f45a06bb3a7adbeba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LongProperties xmlns="http://schemas.microsoft.com/office/2006/metadata/longProperties"/>
</file>

<file path=customXml/itemProps1.xml><?xml version="1.0" encoding="utf-8"?>
<ds:datastoreItem xmlns:ds="http://schemas.openxmlformats.org/officeDocument/2006/customXml" ds:itemID="{AA9FDC5C-342F-4B8B-8721-F52F96CE6E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0BE5B4EE-94F2-48DB-8B02-985B91BC6445}">
  <ds:schemaRefs/>
</ds:datastoreItem>
</file>

<file path=customXml/itemProps3.xml><?xml version="1.0" encoding="utf-8"?>
<ds:datastoreItem xmlns:ds="http://schemas.openxmlformats.org/officeDocument/2006/customXml" ds:itemID="{C4D90DEA-F43A-44CB-9360-3635B949AFEB}">
  <ds:schemaRefs>
    <ds:schemaRef ds:uri="http://schemas.microsoft.com/sharepoint/v3/contenttype/forms"/>
  </ds:schemaRefs>
</ds:datastoreItem>
</file>

<file path=customXml/itemProps4.xml><?xml version="1.0" encoding="utf-8"?>
<ds:datastoreItem xmlns:ds="http://schemas.openxmlformats.org/officeDocument/2006/customXml" ds:itemID="{D8D568E4-0B48-46D7-B2E5-22392311CE63}">
  <ds:schemaRefs>
    <ds:schemaRef ds:uri="http://schemas.microsoft.com/office/2006/metadata/long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1576</TotalTime>
  <Words>1408</Words>
  <Application>Microsoft Office PowerPoint</Application>
  <PresentationFormat>Custom</PresentationFormat>
  <Paragraphs>122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ＭＳ Ｐゴシック</vt:lpstr>
      <vt:lpstr>Aptos</vt:lpstr>
      <vt:lpstr>Aptos Display</vt:lpstr>
      <vt:lpstr>Arial</vt:lpstr>
      <vt:lpstr>Cambria Math</vt:lpstr>
      <vt:lpstr>BCCancer_ResearchPosterTemplate</vt:lpstr>
      <vt:lpstr>PowerPoint Presentation</vt:lpstr>
    </vt:vector>
  </TitlesOfParts>
  <Company>PHSABC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 Cancer Research Poster 4x4 - Template</dc:title>
  <dc:creator>PHSABC</dc:creator>
  <cp:lastModifiedBy>Northway, Cassidy</cp:lastModifiedBy>
  <cp:revision>80</cp:revision>
  <dcterms:created xsi:type="dcterms:W3CDTF">2017-11-09T23:16:10Z</dcterms:created>
  <dcterms:modified xsi:type="dcterms:W3CDTF">2026-07-07T21:09:48Z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475Q5SD3FHHZ-839804700-6</vt:lpwstr>
  </property>
  <property fmtid="{D5CDD505-2E9C-101B-9397-08002B2CF9AE}" pid="3" name="_dlc_DocIdItemGuid">
    <vt:lpwstr>448d090b-f03c-4f56-9e1a-7b84afddb5c7</vt:lpwstr>
  </property>
  <property fmtid="{D5CDD505-2E9C-101B-9397-08002B2CF9AE}" pid="4" name="_dlc_DocIdUrl">
    <vt:lpwstr>https://pod.phsa.ca/workplace-resources/forms/_layouts/15/DocIdRedir.aspx?ID=475Q5SD3FHHZ-839804700-6, 475Q5SD3FHHZ-839804700-6</vt:lpwstr>
  </property>
  <property fmtid="{D5CDD505-2E9C-101B-9397-08002B2CF9AE}" pid="5" name="display_urn:schemas-microsoft-com:office:office#Editor">
    <vt:lpwstr>Quon, Keith [BCCancer]</vt:lpwstr>
  </property>
  <property fmtid="{D5CDD505-2E9C-101B-9397-08002B2CF9AE}" pid="6" name="display_urn:schemas-microsoft-com:office:office#Author">
    <vt:lpwstr>Quon, Keith [BCCancer]</vt:lpwstr>
  </property>
</Properties>
</file>