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6" r:id="rId3"/>
    <p:sldId id="259" r:id="rId4"/>
    <p:sldId id="261" r:id="rId5"/>
    <p:sldId id="263" r:id="rId6"/>
    <p:sldId id="264" r:id="rId7"/>
    <p:sldId id="265" r:id="rId8"/>
    <p:sldId id="257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B7-4D98-8366-ABF69F32E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 Velocity</a:t>
                </a:r>
                <a:r>
                  <a:rPr lang="en-CA" baseline="0" dirty="0"/>
                  <a:t> (m/s)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F7C3-B8D2-1A54-A35A-223292101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9AB2-C962-35EA-B6A9-D00969B16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3DFB2-E3CB-C4C1-D4F1-D055479D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23199-BC62-9400-BD04-731ED884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2BFF-334C-DC72-FCB3-1FDCB324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56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C94E-F9F9-936D-80D7-F7F6D12C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D6EB9-E4CF-8C67-1FCF-BEFDCDBC0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495D-B7E5-2485-F9ED-B2E998B2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F0A16-BE19-F843-DB64-BA0BE9EE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7F316-D33A-1412-1A16-AF53A5C8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173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0167-DB24-0970-B61B-68CEFAA1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2C20-37F5-03EC-7896-25DDDF6C8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7235-C344-820C-0C38-E868561C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45BD5-79C3-1D06-AB37-E7E4CE54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5CC3E-B0C4-4C03-26BB-169FDA0C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61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C30A-32E7-DDFF-6079-8B2CF5DF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AB1A-9A83-D6ED-8B69-DF8AE19FF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E7035-798E-290E-0B9A-E348FFD8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BE25D-75F3-7694-8A49-5ADCC9B0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21F10-BE1B-DB7F-5C24-E26FBBE8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F9161-C400-B67B-BED0-BD6166FC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84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F63F-D58F-820A-7A05-61938A16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667A2-C7E6-035B-5AE6-993709A9C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4A06A-99DD-2808-7743-6057E51E5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58761-7B32-3A02-9686-7936A9406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E8907-5C3F-548C-929B-62E4D607C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5D43D-6AD8-1961-50C1-400A2CCE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9162A-9310-F7A7-FC29-0F35F65D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0DA3D-0286-AD78-810B-E9FF75AD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0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D6FC-65A5-07E2-1817-D58BCA15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E5810-BC49-20AD-0B76-A86EA755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8D32E-C2DB-4F38-86F4-684834E4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8E52A-EE0C-58E5-8AED-8835555B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80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9D7CC-6104-C540-3D51-2C9B3879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0AC94-BDC8-D3BA-1A3E-C37F0C52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5535-3C0F-143B-2FE0-A7185B7C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97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9522-CCB2-8D7C-9171-7FE248D2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694F-FEA5-17B0-9845-363A39D6A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C267C-A66B-6BE9-CC7E-A1D934FE2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2F387-0C92-115C-142A-2AE81C97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A2E31-57B7-ED96-32A5-805CD4A3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72A4-673D-E5EC-A0E6-9A135715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11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79DB-3BCC-F7D5-1A77-7C5E968D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62452-7E45-840E-239A-18E1AF582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02E0A-0B34-49DB-2B93-17AF8E4E4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057DC-DD3A-12F9-C6E0-4545860B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5533D-5E81-4D1D-EF4E-5C48AE22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3C3E5-5775-95AA-9CEB-9A9952CF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37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041D-4A8C-7422-0140-170647FE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B96A4-1E6B-6E2B-6001-F93AB6075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AC466-6874-D3B8-2533-0139A7BD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92035-334C-9D56-CA07-4A2BF7F9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CFE00-670C-0FD2-CC45-D7C50FC2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5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028B5-12B3-B9BC-F5F6-171618FAD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E50EE-07B1-B8F3-9513-34956731B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1E724-114B-2A57-A09F-656E5A4D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569B-3F11-2313-CCD5-F88A3D5C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66EDF-233F-BF72-211F-82CB70A1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5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A816D-2E70-E97D-702F-31B36FF1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C5BB-0A98-E734-064C-0850FDAA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7A49-A120-D4AF-21DF-14C7B0263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0ADBE-E2B5-49AB-99FC-12956E870A1F}" type="datetimeFigureOut">
              <a:rPr lang="en-CA" smtClean="0"/>
              <a:t>10-Apr-2026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9D0AA-3F05-E82F-05CF-E110FCC61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1649-D378-77D8-301C-DC123586C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75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D7512-512B-0C92-2838-2937AA8F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638" y="2044015"/>
            <a:ext cx="6856165" cy="27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2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79648-DD8F-E525-BDB3-EB159D57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8" y="878353"/>
            <a:ext cx="4896102" cy="3575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A8F9F5-DA58-9A0C-8F02-A8B87A01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840" y="878353"/>
            <a:ext cx="4972306" cy="3575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5A5D6A-8DC1-7D10-DC4A-29B9E71BD739}"/>
              </a:ext>
            </a:extLst>
          </p:cNvPr>
          <p:cNvSpPr txBox="1"/>
          <p:nvPr/>
        </p:nvSpPr>
        <p:spPr>
          <a:xfrm>
            <a:off x="545719" y="77155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5FEF9-5634-60D7-E0AD-F6AD07592D3F}"/>
              </a:ext>
            </a:extLst>
          </p:cNvPr>
          <p:cNvSpPr txBox="1"/>
          <p:nvPr/>
        </p:nvSpPr>
        <p:spPr>
          <a:xfrm>
            <a:off x="5619164" y="77155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614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686E3-461E-0791-BCEB-7DE1C5AE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2895525"/>
            <a:ext cx="9211961" cy="10669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E51DC-5833-B2FB-62BD-D83E9A9C4997}"/>
              </a:ext>
            </a:extLst>
          </p:cNvPr>
          <p:cNvSpPr txBox="1"/>
          <p:nvPr/>
        </p:nvSpPr>
        <p:spPr>
          <a:xfrm>
            <a:off x="5735781" y="3410527"/>
            <a:ext cx="12600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CA" sz="900" dirty="0"/>
              <a:t>as patient is repositioned</a:t>
            </a:r>
          </a:p>
        </p:txBody>
      </p:sp>
    </p:spTree>
    <p:extLst>
      <p:ext uri="{BB962C8B-B14F-4D97-AF65-F5344CB8AC3E}">
        <p14:creationId xmlns:p14="http://schemas.microsoft.com/office/powerpoint/2010/main" val="293700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0F7C-7028-7537-3FA4-A0EBAF2F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Could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4007-DFDA-9DD5-10CE-E26BCDA5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Vessel figures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2454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959C1D7B-939F-3FE8-23D7-05241B75E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00" y="0"/>
            <a:ext cx="927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the different types of organs&#10;&#10;AI-generated content may be incorrect.">
            <a:extLst>
              <a:ext uri="{FF2B5EF4-FFF2-40B4-BE49-F238E27FC236}">
                <a16:creationId xmlns:a16="http://schemas.microsoft.com/office/drawing/2014/main" id="{D252DDAA-922E-4ABC-6812-CC24F5F69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31" y="531412"/>
            <a:ext cx="4934204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4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the internal organs&#10;&#10;AI-generated content may be incorrect.">
            <a:extLst>
              <a:ext uri="{FF2B5EF4-FFF2-40B4-BE49-F238E27FC236}">
                <a16:creationId xmlns:a16="http://schemas.microsoft.com/office/drawing/2014/main" id="{AFBC44A3-1F55-DC0C-E51C-FBAE085F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0" y="0"/>
            <a:ext cx="948392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7F124E-722A-2352-39DE-35F1A29F3054}"/>
              </a:ext>
            </a:extLst>
          </p:cNvPr>
          <p:cNvSpPr/>
          <p:nvPr/>
        </p:nvSpPr>
        <p:spPr>
          <a:xfrm>
            <a:off x="1699114" y="2122173"/>
            <a:ext cx="2273118" cy="77674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D1C0C-F508-A3BF-D2BD-176276A9B456}"/>
              </a:ext>
            </a:extLst>
          </p:cNvPr>
          <p:cNvSpPr/>
          <p:nvPr/>
        </p:nvSpPr>
        <p:spPr>
          <a:xfrm>
            <a:off x="7675665" y="2122172"/>
            <a:ext cx="2273118" cy="77674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B7D3E-A308-DA9F-66DE-C4C219A083D1}"/>
              </a:ext>
            </a:extLst>
          </p:cNvPr>
          <p:cNvSpPr/>
          <p:nvPr/>
        </p:nvSpPr>
        <p:spPr>
          <a:xfrm>
            <a:off x="4862444" y="1055372"/>
            <a:ext cx="862853" cy="78990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A8A81-3959-C3EF-B8E0-8629D6D12386}"/>
              </a:ext>
            </a:extLst>
          </p:cNvPr>
          <p:cNvSpPr/>
          <p:nvPr/>
        </p:nvSpPr>
        <p:spPr>
          <a:xfrm>
            <a:off x="5945720" y="1055372"/>
            <a:ext cx="862853" cy="78990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14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6A145-DC15-8E51-8EE7-B7E6449C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488" y="2685168"/>
            <a:ext cx="3437451" cy="2415879"/>
          </a:xfrm>
          <a:prstGeom prst="roundRect">
            <a:avLst>
              <a:gd name="adj" fmla="val 16667"/>
            </a:avLst>
          </a:prstGeom>
          <a:ln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FB2C69-79F1-F750-CA0E-4E8F2C44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8"/>
          <a:stretch/>
        </p:blipFill>
        <p:spPr>
          <a:xfrm>
            <a:off x="3627026" y="853207"/>
            <a:ext cx="3437451" cy="2415879"/>
          </a:xfrm>
          <a:prstGeom prst="roundRect">
            <a:avLst>
              <a:gd name="adj" fmla="val 16667"/>
            </a:avLst>
          </a:prstGeom>
          <a:ln>
            <a:solidFill>
              <a:schemeClr val="bg1"/>
            </a:solidFill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D6DC5E-3644-EAC5-6CC4-EB79C1DEE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488" y="5101047"/>
            <a:ext cx="3667637" cy="6668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57ECB-1764-81FB-14D6-1678B789ED63}"/>
              </a:ext>
            </a:extLst>
          </p:cNvPr>
          <p:cNvSpPr txBox="1"/>
          <p:nvPr/>
        </p:nvSpPr>
        <p:spPr>
          <a:xfrm>
            <a:off x="3279086" y="91903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03CC2-CCCE-703E-6506-53B8AB0C2B64}"/>
              </a:ext>
            </a:extLst>
          </p:cNvPr>
          <p:cNvSpPr txBox="1"/>
          <p:nvPr/>
        </p:nvSpPr>
        <p:spPr>
          <a:xfrm>
            <a:off x="3281343" y="308442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BD8ED-31AD-9297-4635-5F21613CAE03}"/>
              </a:ext>
            </a:extLst>
          </p:cNvPr>
          <p:cNvSpPr txBox="1"/>
          <p:nvPr/>
        </p:nvSpPr>
        <p:spPr>
          <a:xfrm>
            <a:off x="3267064" y="47388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427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7056D16-3DEC-43A8-FABC-D63943F89337}"/>
              </a:ext>
            </a:extLst>
          </p:cNvPr>
          <p:cNvSpPr/>
          <p:nvPr/>
        </p:nvSpPr>
        <p:spPr>
          <a:xfrm>
            <a:off x="3546764" y="2159314"/>
            <a:ext cx="535706" cy="544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554BAB-4071-740F-5DE5-7050F352F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42452"/>
              </p:ext>
            </p:extLst>
          </p:nvPr>
        </p:nvGraphicFramePr>
        <p:xfrm>
          <a:off x="2854035" y="2123592"/>
          <a:ext cx="6483930" cy="62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930">
                  <a:extLst>
                    <a:ext uri="{9D8B030D-6E8A-4147-A177-3AD203B41FA5}">
                      <a16:colId xmlns:a16="http://schemas.microsoft.com/office/drawing/2014/main" val="2331374839"/>
                    </a:ext>
                  </a:extLst>
                </a:gridCol>
              </a:tblGrid>
              <a:tr h="628844"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17192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127019-DD68-0050-D7E3-E1491BE6A69C}"/>
              </a:ext>
            </a:extLst>
          </p:cNvPr>
          <p:cNvCxnSpPr>
            <a:cxnSpLocks/>
          </p:cNvCxnSpPr>
          <p:nvPr/>
        </p:nvCxnSpPr>
        <p:spPr>
          <a:xfrm>
            <a:off x="3814619" y="2549236"/>
            <a:ext cx="0" cy="6280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E5977D-6173-091F-478B-40CFAF191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949822"/>
              </p:ext>
            </p:extLst>
          </p:nvPr>
        </p:nvGraphicFramePr>
        <p:xfrm>
          <a:off x="2513119" y="3297382"/>
          <a:ext cx="2602998" cy="2093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22801D-A2E4-AE8B-85BB-2863F086896C}"/>
                  </a:ext>
                </a:extLst>
              </p:cNvPr>
              <p:cNvSpPr txBox="1"/>
              <p:nvPr/>
            </p:nvSpPr>
            <p:spPr>
              <a:xfrm>
                <a:off x="3583709" y="1772610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22801D-A2E4-AE8B-85BB-2863F0868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709" y="1772610"/>
                <a:ext cx="46181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9B6747-0874-FC2C-2E94-CDA53BFF982A}"/>
              </a:ext>
            </a:extLst>
          </p:cNvPr>
          <p:cNvCxnSpPr>
            <a:cxnSpLocks/>
          </p:cNvCxnSpPr>
          <p:nvPr/>
        </p:nvCxnSpPr>
        <p:spPr>
          <a:xfrm>
            <a:off x="3375891" y="4165600"/>
            <a:ext cx="0" cy="918566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5059F-E843-B363-14FC-E2BF5D67B9DD}"/>
                  </a:ext>
                </a:extLst>
              </p:cNvPr>
              <p:cNvSpPr txBox="1"/>
              <p:nvPr/>
            </p:nvSpPr>
            <p:spPr>
              <a:xfrm>
                <a:off x="3144984" y="4991863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5059F-E843-B363-14FC-E2BF5D67B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984" y="4991863"/>
                <a:ext cx="4618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5AFAA0-04D6-1359-A485-D66B55F82832}"/>
              </a:ext>
            </a:extLst>
          </p:cNvPr>
          <p:cNvCxnSpPr>
            <a:cxnSpLocks/>
          </p:cNvCxnSpPr>
          <p:nvPr/>
        </p:nvCxnSpPr>
        <p:spPr>
          <a:xfrm>
            <a:off x="3366655" y="4165600"/>
            <a:ext cx="166716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1202B802-4218-3B38-45AC-C85780D021B0}"/>
              </a:ext>
            </a:extLst>
          </p:cNvPr>
          <p:cNvSpPr/>
          <p:nvPr/>
        </p:nvSpPr>
        <p:spPr>
          <a:xfrm rot="5400000">
            <a:off x="3693359" y="2041721"/>
            <a:ext cx="242518" cy="24589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229618-F72E-08A5-77AE-29CB53F6D390}"/>
                  </a:ext>
                </a:extLst>
              </p:cNvPr>
              <p:cNvSpPr txBox="1"/>
              <p:nvPr/>
            </p:nvSpPr>
            <p:spPr>
              <a:xfrm>
                <a:off x="5000663" y="3937389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229618-F72E-08A5-77AE-29CB53F6D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63" y="3937389"/>
                <a:ext cx="461815" cy="369332"/>
              </a:xfrm>
              <a:prstGeom prst="rect">
                <a:avLst/>
              </a:prstGeom>
              <a:blipFill>
                <a:blip r:embed="rId5"/>
                <a:stretch>
                  <a:fillRect r="-47368"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3E3ED2B-51DB-E9CC-F115-F1C2EC0B01B7}"/>
              </a:ext>
            </a:extLst>
          </p:cNvPr>
          <p:cNvSpPr/>
          <p:nvPr/>
        </p:nvSpPr>
        <p:spPr>
          <a:xfrm>
            <a:off x="7458362" y="2159314"/>
            <a:ext cx="535706" cy="544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B42D01-7DFE-1A8E-E8E1-D4444D122F88}"/>
              </a:ext>
            </a:extLst>
          </p:cNvPr>
          <p:cNvCxnSpPr>
            <a:cxnSpLocks/>
          </p:cNvCxnSpPr>
          <p:nvPr/>
        </p:nvCxnSpPr>
        <p:spPr>
          <a:xfrm>
            <a:off x="4008581" y="1976909"/>
            <a:ext cx="3449781" cy="111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F260D1-8C14-FB11-ACD4-E9093871CC2B}"/>
              </a:ext>
            </a:extLst>
          </p:cNvPr>
          <p:cNvCxnSpPr>
            <a:cxnSpLocks/>
          </p:cNvCxnSpPr>
          <p:nvPr/>
        </p:nvCxnSpPr>
        <p:spPr>
          <a:xfrm>
            <a:off x="7726216" y="2475345"/>
            <a:ext cx="0" cy="6280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366FE2-463A-10A4-8993-EF6CE5F3A793}"/>
                  </a:ext>
                </a:extLst>
              </p:cNvPr>
              <p:cNvSpPr txBox="1"/>
              <p:nvPr/>
            </p:nvSpPr>
            <p:spPr>
              <a:xfrm>
                <a:off x="7495307" y="1761826"/>
                <a:ext cx="461815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366FE2-463A-10A4-8993-EF6CE5F3A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07" y="1761826"/>
                <a:ext cx="461815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F4A71A-B143-0810-2B48-D6C14C656BF9}"/>
                  </a:ext>
                </a:extLst>
              </p:cNvPr>
              <p:cNvSpPr txBox="1"/>
              <p:nvPr/>
            </p:nvSpPr>
            <p:spPr>
              <a:xfrm>
                <a:off x="5502561" y="1676014"/>
                <a:ext cx="535711" cy="369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F4A71A-B143-0810-2B48-D6C14C656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561" y="1676014"/>
                <a:ext cx="535711" cy="3693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4816CE3-5FF1-006B-6244-FA9FB3AC8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806497"/>
                  </p:ext>
                </p:extLst>
              </p:nvPr>
            </p:nvGraphicFramePr>
            <p:xfrm>
              <a:off x="6541651" y="3392443"/>
              <a:ext cx="3065193" cy="2105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731">
                      <a:extLst>
                        <a:ext uri="{9D8B030D-6E8A-4147-A177-3AD203B41FA5}">
                          <a16:colId xmlns:a16="http://schemas.microsoft.com/office/drawing/2014/main" val="3638430088"/>
                        </a:ext>
                      </a:extLst>
                    </a:gridCol>
                    <a:gridCol w="1021731">
                      <a:extLst>
                        <a:ext uri="{9D8B030D-6E8A-4147-A177-3AD203B41FA5}">
                          <a16:colId xmlns:a16="http://schemas.microsoft.com/office/drawing/2014/main" val="2870050223"/>
                        </a:ext>
                      </a:extLst>
                    </a:gridCol>
                    <a:gridCol w="1021731">
                      <a:extLst>
                        <a:ext uri="{9D8B030D-6E8A-4147-A177-3AD203B41FA5}">
                          <a16:colId xmlns:a16="http://schemas.microsoft.com/office/drawing/2014/main" val="3677307559"/>
                        </a:ext>
                      </a:extLst>
                    </a:gridCol>
                  </a:tblGrid>
                  <a:tr h="366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𝑣𝑜𝑥𝑒𝑙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𝑖𝑛𝑑𝑒𝑥</m:t>
                                </m:r>
                              </m:oMath>
                            </m:oMathPara>
                          </a14:m>
                          <a:endParaRPr lang="en-CA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CA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CA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419790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189741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4706869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𝑂𝐼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CA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3683434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0210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4816CE3-5FF1-006B-6244-FA9FB3AC8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806497"/>
                  </p:ext>
                </p:extLst>
              </p:nvPr>
            </p:nvGraphicFramePr>
            <p:xfrm>
              <a:off x="6541651" y="3392443"/>
              <a:ext cx="3065193" cy="2105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731">
                      <a:extLst>
                        <a:ext uri="{9D8B030D-6E8A-4147-A177-3AD203B41FA5}">
                          <a16:colId xmlns:a16="http://schemas.microsoft.com/office/drawing/2014/main" val="3638430088"/>
                        </a:ext>
                      </a:extLst>
                    </a:gridCol>
                    <a:gridCol w="1021731">
                      <a:extLst>
                        <a:ext uri="{9D8B030D-6E8A-4147-A177-3AD203B41FA5}">
                          <a16:colId xmlns:a16="http://schemas.microsoft.com/office/drawing/2014/main" val="2870050223"/>
                        </a:ext>
                      </a:extLst>
                    </a:gridCol>
                    <a:gridCol w="1021731">
                      <a:extLst>
                        <a:ext uri="{9D8B030D-6E8A-4147-A177-3AD203B41FA5}">
                          <a16:colId xmlns:a16="http://schemas.microsoft.com/office/drawing/2014/main" val="367730755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r="-200595" b="-24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599" r="-101796" b="-24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9405" r="-1190" b="-24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419790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189741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4706869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t="-376667" r="-200595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599" t="-376667" r="-101796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9405" t="-376667" r="-1190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3683434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021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Left Brace 30">
            <a:extLst>
              <a:ext uri="{FF2B5EF4-FFF2-40B4-BE49-F238E27FC236}">
                <a16:creationId xmlns:a16="http://schemas.microsoft.com/office/drawing/2014/main" id="{624EEF76-798B-7DB0-231D-881ADEC0D007}"/>
              </a:ext>
            </a:extLst>
          </p:cNvPr>
          <p:cNvSpPr/>
          <p:nvPr/>
        </p:nvSpPr>
        <p:spPr>
          <a:xfrm rot="5400000">
            <a:off x="7930539" y="1688787"/>
            <a:ext cx="242518" cy="3110092"/>
          </a:xfrm>
          <a:prstGeom prst="leftBrace">
            <a:avLst>
              <a:gd name="adj1" fmla="val 8333"/>
              <a:gd name="adj2" fmla="val 6033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D1903B0-E01B-BE50-8655-6429F3F40C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6799" y="5403599"/>
            <a:ext cx="1495634" cy="4001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B79A86C-94DF-86AA-A73C-1BF97E940E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8978" y="5857323"/>
            <a:ext cx="5487166" cy="6001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E5B60A7-2685-E188-828D-3BDED4D59FDA}"/>
              </a:ext>
            </a:extLst>
          </p:cNvPr>
          <p:cNvCxnSpPr/>
          <p:nvPr/>
        </p:nvCxnSpPr>
        <p:spPr>
          <a:xfrm>
            <a:off x="2948710" y="2870479"/>
            <a:ext cx="3925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A1C07E-8EE3-C2F3-FECB-AA3095A7891A}"/>
              </a:ext>
            </a:extLst>
          </p:cNvPr>
          <p:cNvSpPr txBox="1"/>
          <p:nvPr/>
        </p:nvSpPr>
        <p:spPr>
          <a:xfrm>
            <a:off x="2263320" y="2731980"/>
            <a:ext cx="720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2D037-1D21-4472-A415-1A5D4D3050AE}"/>
              </a:ext>
            </a:extLst>
          </p:cNvPr>
          <p:cNvSpPr txBox="1"/>
          <p:nvPr/>
        </p:nvSpPr>
        <p:spPr>
          <a:xfrm>
            <a:off x="2052097" y="199328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626D6-A000-AB31-3690-C47F86DC4525}"/>
              </a:ext>
            </a:extLst>
          </p:cNvPr>
          <p:cNvSpPr txBox="1"/>
          <p:nvPr/>
        </p:nvSpPr>
        <p:spPr>
          <a:xfrm>
            <a:off x="2052865" y="312905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259E5-8381-839D-235A-4C96EB5F5F25}"/>
              </a:ext>
            </a:extLst>
          </p:cNvPr>
          <p:cNvSpPr txBox="1"/>
          <p:nvPr/>
        </p:nvSpPr>
        <p:spPr>
          <a:xfrm>
            <a:off x="5798463" y="31238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D52F0-A9F8-01F6-4E16-2CC027DB62AA}"/>
              </a:ext>
            </a:extLst>
          </p:cNvPr>
          <p:cNvSpPr txBox="1"/>
          <p:nvPr/>
        </p:nvSpPr>
        <p:spPr>
          <a:xfrm>
            <a:off x="2024312" y="5803705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0BE39A-4224-9323-38CC-ED4A6AAB1999}"/>
              </a:ext>
            </a:extLst>
          </p:cNvPr>
          <p:cNvSpPr/>
          <p:nvPr/>
        </p:nvSpPr>
        <p:spPr>
          <a:xfrm>
            <a:off x="2792627" y="5914768"/>
            <a:ext cx="5305168" cy="511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4690C23-0FC8-6C52-8DC6-AB26F439C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627" y="5980282"/>
            <a:ext cx="5380006" cy="3542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26594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75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Could include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Northway, Cassidy</cp:lastModifiedBy>
  <cp:revision>21</cp:revision>
  <dcterms:created xsi:type="dcterms:W3CDTF">2026-01-12T19:22:34Z</dcterms:created>
  <dcterms:modified xsi:type="dcterms:W3CDTF">2026-04-10T19:04:23Z</dcterms:modified>
</cp:coreProperties>
</file>