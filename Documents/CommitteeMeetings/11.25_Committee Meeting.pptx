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7"/>
  </p:notesMasterIdLst>
  <p:sldIdLst>
    <p:sldId id="256" r:id="rId2"/>
    <p:sldId id="257" r:id="rId3"/>
    <p:sldId id="260" r:id="rId4"/>
    <p:sldId id="261" r:id="rId5"/>
    <p:sldId id="258" r:id="rId6"/>
    <p:sldId id="259" r:id="rId7"/>
    <p:sldId id="279" r:id="rId8"/>
    <p:sldId id="264" r:id="rId9"/>
    <p:sldId id="271" r:id="rId10"/>
    <p:sldId id="281" r:id="rId11"/>
    <p:sldId id="272" r:id="rId12"/>
    <p:sldId id="282" r:id="rId13"/>
    <p:sldId id="290" r:id="rId14"/>
    <p:sldId id="280" r:id="rId15"/>
    <p:sldId id="284" r:id="rId16"/>
    <p:sldId id="268" r:id="rId17"/>
    <p:sldId id="286" r:id="rId18"/>
    <p:sldId id="293" r:id="rId19"/>
    <p:sldId id="291" r:id="rId20"/>
    <p:sldId id="294" r:id="rId21"/>
    <p:sldId id="296" r:id="rId22"/>
    <p:sldId id="297" r:id="rId23"/>
    <p:sldId id="325" r:id="rId24"/>
    <p:sldId id="308" r:id="rId25"/>
    <p:sldId id="309" r:id="rId26"/>
    <p:sldId id="311" r:id="rId27"/>
    <p:sldId id="299" r:id="rId28"/>
    <p:sldId id="314" r:id="rId29"/>
    <p:sldId id="310" r:id="rId30"/>
    <p:sldId id="315" r:id="rId31"/>
    <p:sldId id="316" r:id="rId32"/>
    <p:sldId id="301" r:id="rId33"/>
    <p:sldId id="319" r:id="rId34"/>
    <p:sldId id="317" r:id="rId35"/>
    <p:sldId id="320" r:id="rId36"/>
    <p:sldId id="312" r:id="rId37"/>
    <p:sldId id="321" r:id="rId38"/>
    <p:sldId id="322" r:id="rId39"/>
    <p:sldId id="313" r:id="rId40"/>
    <p:sldId id="323" r:id="rId41"/>
    <p:sldId id="305" r:id="rId42"/>
    <p:sldId id="298" r:id="rId43"/>
    <p:sldId id="302" r:id="rId44"/>
    <p:sldId id="328" r:id="rId45"/>
    <p:sldId id="326" r:id="rId46"/>
    <p:sldId id="327" r:id="rId47"/>
    <p:sldId id="304" r:id="rId48"/>
    <p:sldId id="306" r:id="rId49"/>
    <p:sldId id="324" r:id="rId50"/>
    <p:sldId id="307" r:id="rId51"/>
    <p:sldId id="292" r:id="rId52"/>
    <p:sldId id="276" r:id="rId53"/>
    <p:sldId id="289" r:id="rId54"/>
    <p:sldId id="277" r:id="rId55"/>
    <p:sldId id="278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794" autoAdjust="0"/>
  </p:normalViewPr>
  <p:slideViewPr>
    <p:cSldViewPr snapToGrid="0">
      <p:cViewPr varScale="1">
        <p:scale>
          <a:sx n="99" d="100"/>
          <a:sy n="99" d="100"/>
        </p:scale>
        <p:origin x="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Sheet1!$B$2:$B$479</c:f>
              <c:numCache>
                <c:formatCode>General</c:formatCode>
                <c:ptCount val="478"/>
                <c:pt idx="0">
                  <c:v>5.3133800000000004E-3</c:v>
                </c:pt>
                <c:pt idx="1">
                  <c:v>1.0018325719077599E-2</c:v>
                </c:pt>
                <c:pt idx="2">
                  <c:v>1.62151514381551E-2</c:v>
                </c:pt>
                <c:pt idx="3">
                  <c:v>2.3946877157232701E-2</c:v>
                </c:pt>
                <c:pt idx="4">
                  <c:v>3.3188902876310301E-2</c:v>
                </c:pt>
                <c:pt idx="5">
                  <c:v>4.3876628595387802E-2</c:v>
                </c:pt>
                <c:pt idx="6">
                  <c:v>5.5939154314465403E-2</c:v>
                </c:pt>
                <c:pt idx="7">
                  <c:v>6.9331580033543005E-2</c:v>
                </c:pt>
                <c:pt idx="8">
                  <c:v>8.4055105752620499E-2</c:v>
                </c:pt>
                <c:pt idx="9">
                  <c:v>0.100161131471698</c:v>
                </c:pt>
                <c:pt idx="10">
                  <c:v>0.117734257190776</c:v>
                </c:pt>
                <c:pt idx="11">
                  <c:v>0.136863382909853</c:v>
                </c:pt>
                <c:pt idx="12">
                  <c:v>0.15760150862893099</c:v>
                </c:pt>
                <c:pt idx="13">
                  <c:v>0.17992463434800801</c:v>
                </c:pt>
                <c:pt idx="14">
                  <c:v>0.20370476006708599</c:v>
                </c:pt>
                <c:pt idx="15">
                  <c:v>0.22870488578616399</c:v>
                </c:pt>
                <c:pt idx="16">
                  <c:v>0.25458301150524099</c:v>
                </c:pt>
                <c:pt idx="17">
                  <c:v>0.280927137224319</c:v>
                </c:pt>
                <c:pt idx="18">
                  <c:v>0.30729726294339599</c:v>
                </c:pt>
                <c:pt idx="19">
                  <c:v>0.33326838866247399</c:v>
                </c:pt>
                <c:pt idx="20">
                  <c:v>0.35847451438155098</c:v>
                </c:pt>
                <c:pt idx="21">
                  <c:v>0.382631640100629</c:v>
                </c:pt>
                <c:pt idx="22">
                  <c:v>0.40555276581970701</c:v>
                </c:pt>
                <c:pt idx="23">
                  <c:v>0.42714089153878398</c:v>
                </c:pt>
                <c:pt idx="24">
                  <c:v>0.44737101725786199</c:v>
                </c:pt>
                <c:pt idx="25">
                  <c:v>0.466265142976939</c:v>
                </c:pt>
                <c:pt idx="26">
                  <c:v>0.48386126869601698</c:v>
                </c:pt>
                <c:pt idx="27">
                  <c:v>0.50020039441509401</c:v>
                </c:pt>
                <c:pt idx="28">
                  <c:v>0.51530452013417205</c:v>
                </c:pt>
                <c:pt idx="29">
                  <c:v>0.52918164585325</c:v>
                </c:pt>
                <c:pt idx="30">
                  <c:v>0.54183477157232696</c:v>
                </c:pt>
                <c:pt idx="31">
                  <c:v>0.55327189729140502</c:v>
                </c:pt>
                <c:pt idx="32">
                  <c:v>0.56352302301048196</c:v>
                </c:pt>
                <c:pt idx="33">
                  <c:v>0.57265214872956005</c:v>
                </c:pt>
                <c:pt idx="34">
                  <c:v>0.58075727444863701</c:v>
                </c:pt>
                <c:pt idx="35">
                  <c:v>0.58796140016771503</c:v>
                </c:pt>
                <c:pt idx="36">
                  <c:v>0.59440252588679299</c:v>
                </c:pt>
                <c:pt idx="37">
                  <c:v>0.60020965160587003</c:v>
                </c:pt>
                <c:pt idx="38">
                  <c:v>0.60548977732494802</c:v>
                </c:pt>
                <c:pt idx="39">
                  <c:v>0.61031490304402503</c:v>
                </c:pt>
                <c:pt idx="40">
                  <c:v>0.614718028763103</c:v>
                </c:pt>
                <c:pt idx="41">
                  <c:v>0.61870115448217999</c:v>
                </c:pt>
                <c:pt idx="42">
                  <c:v>0.622248280201258</c:v>
                </c:pt>
                <c:pt idx="43">
                  <c:v>0.62534540592033605</c:v>
                </c:pt>
                <c:pt idx="44">
                  <c:v>0.62799153163941301</c:v>
                </c:pt>
                <c:pt idx="45">
                  <c:v>0.63021565735849105</c:v>
                </c:pt>
                <c:pt idx="46">
                  <c:v>0.63207278307756798</c:v>
                </c:pt>
                <c:pt idx="47">
                  <c:v>0.633639908796646</c:v>
                </c:pt>
                <c:pt idx="48">
                  <c:v>0.63500403451572296</c:v>
                </c:pt>
                <c:pt idx="49">
                  <c:v>0.63624016023480101</c:v>
                </c:pt>
                <c:pt idx="50">
                  <c:v>0.63740128595387902</c:v>
                </c:pt>
                <c:pt idx="51">
                  <c:v>0.63850241167295596</c:v>
                </c:pt>
                <c:pt idx="52">
                  <c:v>0.63952453739203396</c:v>
                </c:pt>
                <c:pt idx="53">
                  <c:v>0.64041766311111104</c:v>
                </c:pt>
                <c:pt idx="54">
                  <c:v>0.64111378883018899</c:v>
                </c:pt>
                <c:pt idx="55">
                  <c:v>0.64154591454926602</c:v>
                </c:pt>
                <c:pt idx="56">
                  <c:v>0.64166204026834395</c:v>
                </c:pt>
                <c:pt idx="57">
                  <c:v>0.64143416598742098</c:v>
                </c:pt>
                <c:pt idx="58">
                  <c:v>0.64086329170649903</c:v>
                </c:pt>
                <c:pt idx="59">
                  <c:v>0.63997441742557704</c:v>
                </c:pt>
                <c:pt idx="60">
                  <c:v>0.63880554314465399</c:v>
                </c:pt>
                <c:pt idx="61">
                  <c:v>0.63739466886373197</c:v>
                </c:pt>
                <c:pt idx="62">
                  <c:v>0.63576979458280902</c:v>
                </c:pt>
                <c:pt idx="63">
                  <c:v>0.63393992030188695</c:v>
                </c:pt>
                <c:pt idx="64">
                  <c:v>0.63190004602096395</c:v>
                </c:pt>
                <c:pt idx="65">
                  <c:v>0.62963017174004199</c:v>
                </c:pt>
                <c:pt idx="66">
                  <c:v>0.62711029745911995</c:v>
                </c:pt>
                <c:pt idx="67">
                  <c:v>0.62432942317819695</c:v>
                </c:pt>
                <c:pt idx="68">
                  <c:v>0.62129354889727495</c:v>
                </c:pt>
                <c:pt idx="69">
                  <c:v>0.61802667461635197</c:v>
                </c:pt>
                <c:pt idx="70">
                  <c:v>0.61456880033543004</c:v>
                </c:pt>
                <c:pt idx="71">
                  <c:v>0.61096192605450705</c:v>
                </c:pt>
                <c:pt idx="72">
                  <c:v>0.60724205177358503</c:v>
                </c:pt>
                <c:pt idx="73">
                  <c:v>0.60342317749266305</c:v>
                </c:pt>
                <c:pt idx="74">
                  <c:v>0.59949530321174005</c:v>
                </c:pt>
                <c:pt idx="75">
                  <c:v>0.59541742893081795</c:v>
                </c:pt>
                <c:pt idx="76">
                  <c:v>0.59113355464989503</c:v>
                </c:pt>
                <c:pt idx="77">
                  <c:v>0.58657968036897301</c:v>
                </c:pt>
                <c:pt idx="78">
                  <c:v>0.58170780608804995</c:v>
                </c:pt>
                <c:pt idx="79">
                  <c:v>0.57649593180712799</c:v>
                </c:pt>
                <c:pt idx="80">
                  <c:v>0.57096005752620604</c:v>
                </c:pt>
                <c:pt idx="81">
                  <c:v>0.56515618324528305</c:v>
                </c:pt>
                <c:pt idx="82">
                  <c:v>0.55917230896436099</c:v>
                </c:pt>
                <c:pt idx="83">
                  <c:v>0.55310843468343796</c:v>
                </c:pt>
                <c:pt idx="84">
                  <c:v>0.547062560402516</c:v>
                </c:pt>
                <c:pt idx="85">
                  <c:v>0.54111068612159297</c:v>
                </c:pt>
                <c:pt idx="86">
                  <c:v>0.53529281184067101</c:v>
                </c:pt>
                <c:pt idx="87">
                  <c:v>0.52961093755974797</c:v>
                </c:pt>
                <c:pt idx="88">
                  <c:v>0.52403506327882599</c:v>
                </c:pt>
                <c:pt idx="89">
                  <c:v>0.51852318899790395</c:v>
                </c:pt>
                <c:pt idx="90">
                  <c:v>0.51303031471698102</c:v>
                </c:pt>
                <c:pt idx="91">
                  <c:v>0.50753344043605897</c:v>
                </c:pt>
                <c:pt idx="92">
                  <c:v>0.50203456615513598</c:v>
                </c:pt>
                <c:pt idx="93">
                  <c:v>0.49656269187421398</c:v>
                </c:pt>
                <c:pt idx="94">
                  <c:v>0.49115981759329103</c:v>
                </c:pt>
                <c:pt idx="95">
                  <c:v>0.48586294331236901</c:v>
                </c:pt>
                <c:pt idx="96">
                  <c:v>0.48068306903144697</c:v>
                </c:pt>
                <c:pt idx="97">
                  <c:v>0.47558919475052402</c:v>
                </c:pt>
                <c:pt idx="98">
                  <c:v>0.47050332046960203</c:v>
                </c:pt>
                <c:pt idx="99">
                  <c:v>0.465302446188679</c:v>
                </c:pt>
                <c:pt idx="100">
                  <c:v>0.45984357190775699</c:v>
                </c:pt>
                <c:pt idx="101">
                  <c:v>0.45398869762683403</c:v>
                </c:pt>
                <c:pt idx="102">
                  <c:v>0.44763382334591201</c:v>
                </c:pt>
                <c:pt idx="103">
                  <c:v>0.44073294906499</c:v>
                </c:pt>
                <c:pt idx="104">
                  <c:v>0.433313074784067</c:v>
                </c:pt>
                <c:pt idx="105">
                  <c:v>0.42546820050314499</c:v>
                </c:pt>
                <c:pt idx="106">
                  <c:v>0.41734332622222198</c:v>
                </c:pt>
                <c:pt idx="107">
                  <c:v>0.40910345194129999</c:v>
                </c:pt>
                <c:pt idx="108">
                  <c:v>0.40089557766037698</c:v>
                </c:pt>
                <c:pt idx="109">
                  <c:v>0.39282270337945502</c:v>
                </c:pt>
                <c:pt idx="110">
                  <c:v>0.38492082909853298</c:v>
                </c:pt>
                <c:pt idx="111">
                  <c:v>0.37715695481761002</c:v>
                </c:pt>
                <c:pt idx="112">
                  <c:v>0.36944608053668798</c:v>
                </c:pt>
                <c:pt idx="113">
                  <c:v>0.36168020625576502</c:v>
                </c:pt>
                <c:pt idx="114">
                  <c:v>0.353761331974843</c:v>
                </c:pt>
                <c:pt idx="115">
                  <c:v>0.34563645769391999</c:v>
                </c:pt>
                <c:pt idx="116">
                  <c:v>0.33731458341299803</c:v>
                </c:pt>
                <c:pt idx="117">
                  <c:v>0.32886770913207503</c:v>
                </c:pt>
                <c:pt idx="118">
                  <c:v>0.320419834851153</c:v>
                </c:pt>
                <c:pt idx="119">
                  <c:v>0.31211296057023102</c:v>
                </c:pt>
                <c:pt idx="120">
                  <c:v>0.30407308628930801</c:v>
                </c:pt>
                <c:pt idx="121">
                  <c:v>0.29637521200838601</c:v>
                </c:pt>
                <c:pt idx="122">
                  <c:v>0.289028337727463</c:v>
                </c:pt>
                <c:pt idx="123">
                  <c:v>0.281971463446541</c:v>
                </c:pt>
                <c:pt idx="124">
                  <c:v>0.27509358916561899</c:v>
                </c:pt>
                <c:pt idx="125">
                  <c:v>0.26827171488469598</c:v>
                </c:pt>
                <c:pt idx="126">
                  <c:v>0.26140584060377398</c:v>
                </c:pt>
                <c:pt idx="127">
                  <c:v>0.254455966322851</c:v>
                </c:pt>
                <c:pt idx="128">
                  <c:v>0.24745909204192901</c:v>
                </c:pt>
                <c:pt idx="129">
                  <c:v>0.24051821776100599</c:v>
                </c:pt>
                <c:pt idx="130">
                  <c:v>0.233783343480084</c:v>
                </c:pt>
                <c:pt idx="131">
                  <c:v>0.22739346919916101</c:v>
                </c:pt>
                <c:pt idx="132">
                  <c:v>0.221436594918239</c:v>
                </c:pt>
                <c:pt idx="133">
                  <c:v>0.215901720637317</c:v>
                </c:pt>
                <c:pt idx="134">
                  <c:v>0.21066084635639401</c:v>
                </c:pt>
                <c:pt idx="135">
                  <c:v>0.205482972075472</c:v>
                </c:pt>
                <c:pt idx="136">
                  <c:v>0.20007609779454899</c:v>
                </c:pt>
                <c:pt idx="137">
                  <c:v>0.19415122351362701</c:v>
                </c:pt>
                <c:pt idx="138">
                  <c:v>0.187490349232704</c:v>
                </c:pt>
                <c:pt idx="139">
                  <c:v>0.180016474951782</c:v>
                </c:pt>
                <c:pt idx="140">
                  <c:v>0.17181260067085999</c:v>
                </c:pt>
                <c:pt idx="141">
                  <c:v>0.16312172638993699</c:v>
                </c:pt>
                <c:pt idx="142">
                  <c:v>0.154294852109015</c:v>
                </c:pt>
                <c:pt idx="143">
                  <c:v>0.14569897782809199</c:v>
                </c:pt>
                <c:pt idx="144">
                  <c:v>0.13761510354716999</c:v>
                </c:pt>
                <c:pt idx="145">
                  <c:v>0.13013922926624699</c:v>
                </c:pt>
                <c:pt idx="146">
                  <c:v>0.123113354985325</c:v>
                </c:pt>
                <c:pt idx="147">
                  <c:v>0.116117480704403</c:v>
                </c:pt>
                <c:pt idx="148">
                  <c:v>0.10851860642348</c:v>
                </c:pt>
                <c:pt idx="149">
                  <c:v>9.9576832142557706E-2</c:v>
                </c:pt>
                <c:pt idx="150">
                  <c:v>8.8599357861635197E-2</c:v>
                </c:pt>
                <c:pt idx="151">
                  <c:v>7.5091383580712795E-2</c:v>
                </c:pt>
                <c:pt idx="152">
                  <c:v>5.8896209299790399E-2</c:v>
                </c:pt>
                <c:pt idx="153">
                  <c:v>4.0286635018867901E-2</c:v>
                </c:pt>
                <c:pt idx="154">
                  <c:v>1.9989860737945502E-2</c:v>
                </c:pt>
                <c:pt idx="155">
                  <c:v>-8.6444154297693899E-4</c:v>
                </c:pt>
                <c:pt idx="156">
                  <c:v>-2.0875087823899401E-2</c:v>
                </c:pt>
                <c:pt idx="157">
                  <c:v>-3.8563862104821801E-2</c:v>
                </c:pt>
                <c:pt idx="158">
                  <c:v>-5.2605736385744201E-2</c:v>
                </c:pt>
                <c:pt idx="159">
                  <c:v>-6.2048110666666698E-2</c:v>
                </c:pt>
                <c:pt idx="160">
                  <c:v>-6.6473984947589104E-2</c:v>
                </c:pt>
                <c:pt idx="161">
                  <c:v>-6.6065359228511505E-2</c:v>
                </c:pt>
                <c:pt idx="162">
                  <c:v>-6.1551933509433998E-2</c:v>
                </c:pt>
                <c:pt idx="163">
                  <c:v>-5.4060407790356403E-2</c:v>
                </c:pt>
                <c:pt idx="164">
                  <c:v>-4.49028820712788E-2</c:v>
                </c:pt>
                <c:pt idx="165">
                  <c:v>-3.5358056352201302E-2</c:v>
                </c:pt>
                <c:pt idx="166">
                  <c:v>-2.64890306331237E-2</c:v>
                </c:pt>
                <c:pt idx="167">
                  <c:v>-1.9026404914046099E-2</c:v>
                </c:pt>
                <c:pt idx="168">
                  <c:v>-1.33257791949686E-2</c:v>
                </c:pt>
                <c:pt idx="169">
                  <c:v>-9.3941434758909904E-3</c:v>
                </c:pt>
                <c:pt idx="170">
                  <c:v>-6.97035775681342E-3</c:v>
                </c:pt>
                <c:pt idx="171">
                  <c:v>-5.6368120377358498E-3</c:v>
                </c:pt>
                <c:pt idx="172">
                  <c:v>-4.93863631865828E-3</c:v>
                </c:pt>
                <c:pt idx="173">
                  <c:v>-4.4861105995807104E-3</c:v>
                </c:pt>
                <c:pt idx="174">
                  <c:v>-4.0223148805031399E-3</c:v>
                </c:pt>
                <c:pt idx="175">
                  <c:v>-3.44641916142558E-3</c:v>
                </c:pt>
                <c:pt idx="176">
                  <c:v>-2.7943334423480102E-3</c:v>
                </c:pt>
                <c:pt idx="177">
                  <c:v>-2.18780772327044E-3</c:v>
                </c:pt>
                <c:pt idx="178">
                  <c:v>-1.7696020041928699E-3</c:v>
                </c:pt>
                <c:pt idx="179">
                  <c:v>-1.6437262851152999E-3</c:v>
                </c:pt>
                <c:pt idx="180">
                  <c:v>-1.83602056603774E-3</c:v>
                </c:pt>
                <c:pt idx="181">
                  <c:v>-2.28342484696017E-3</c:v>
                </c:pt>
                <c:pt idx="182">
                  <c:v>-2.8519991278825999E-3</c:v>
                </c:pt>
                <c:pt idx="183">
                  <c:v>-3.3760134088050299E-3</c:v>
                </c:pt>
                <c:pt idx="184">
                  <c:v>-3.7055376897274601E-3</c:v>
                </c:pt>
                <c:pt idx="185">
                  <c:v>-3.7480319706499001E-3</c:v>
                </c:pt>
                <c:pt idx="186">
                  <c:v>-3.49236625157233E-3</c:v>
                </c:pt>
                <c:pt idx="187">
                  <c:v>-3.0087305324947599E-3</c:v>
                </c:pt>
                <c:pt idx="188">
                  <c:v>-2.4259048134171899E-3</c:v>
                </c:pt>
                <c:pt idx="189">
                  <c:v>-1.89353909433962E-3</c:v>
                </c:pt>
                <c:pt idx="190">
                  <c:v>-1.5410433752620499E-3</c:v>
                </c:pt>
                <c:pt idx="191">
                  <c:v>-1.4444876561844899E-3</c:v>
                </c:pt>
                <c:pt idx="192">
                  <c:v>-1.6093419371069201E-3</c:v>
                </c:pt>
                <c:pt idx="193">
                  <c:v>-1.9724562180293498E-3</c:v>
                </c:pt>
                <c:pt idx="194">
                  <c:v>-2.4218704989517801E-3</c:v>
                </c:pt>
                <c:pt idx="195">
                  <c:v>-2.8285047798742098E-3</c:v>
                </c:pt>
                <c:pt idx="196">
                  <c:v>-3.08127906079665E-3</c:v>
                </c:pt>
                <c:pt idx="197">
                  <c:v>-3.1160433417190799E-3</c:v>
                </c:pt>
                <c:pt idx="198">
                  <c:v>-2.93066762264151E-3</c:v>
                </c:pt>
                <c:pt idx="199">
                  <c:v>-2.5825319035639401E-3</c:v>
                </c:pt>
                <c:pt idx="200">
                  <c:v>-2.1699061844863698E-3</c:v>
                </c:pt>
                <c:pt idx="201">
                  <c:v>-1.80328046540881E-3</c:v>
                </c:pt>
                <c:pt idx="202">
                  <c:v>-1.5749347463312399E-3</c:v>
                </c:pt>
                <c:pt idx="203">
                  <c:v>-1.5351590272536699E-3</c:v>
                </c:pt>
                <c:pt idx="204">
                  <c:v>-1.6806533081760999E-3</c:v>
                </c:pt>
                <c:pt idx="205">
                  <c:v>-1.95790758909853E-3</c:v>
                </c:pt>
                <c:pt idx="206">
                  <c:v>-2.27994187002096E-3</c:v>
                </c:pt>
                <c:pt idx="207">
                  <c:v>-2.5516961509434001E-3</c:v>
                </c:pt>
                <c:pt idx="208">
                  <c:v>-2.6970104318658301E-3</c:v>
                </c:pt>
                <c:pt idx="209">
                  <c:v>-2.6792247127882599E-3</c:v>
                </c:pt>
                <c:pt idx="210">
                  <c:v>-2.5095989937106902E-3</c:v>
                </c:pt>
                <c:pt idx="211">
                  <c:v>-2.2417732746331199E-3</c:v>
                </c:pt>
                <c:pt idx="212">
                  <c:v>-1.9544375555555602E-3</c:v>
                </c:pt>
                <c:pt idx="213">
                  <c:v>-1.7280618364779901E-3</c:v>
                </c:pt>
                <c:pt idx="214">
                  <c:v>-1.62229611740042E-3</c:v>
                </c:pt>
                <c:pt idx="215">
                  <c:v>-1.6600603983228501E-3</c:v>
                </c:pt>
                <c:pt idx="216">
                  <c:v>-1.82217467924528E-3</c:v>
                </c:pt>
                <c:pt idx="217">
                  <c:v>-2.05372896016771E-3</c:v>
                </c:pt>
                <c:pt idx="218">
                  <c:v>-2.2803632410901501E-3</c:v>
                </c:pt>
                <c:pt idx="219">
                  <c:v>-2.42963752201258E-3</c:v>
                </c:pt>
                <c:pt idx="220">
                  <c:v>-2.45160180293501E-3</c:v>
                </c:pt>
                <c:pt idx="221">
                  <c:v>-2.3325960838574398E-3</c:v>
                </c:pt>
                <c:pt idx="222">
                  <c:v>-2.0984203647798701E-3</c:v>
                </c:pt>
                <c:pt idx="223">
                  <c:v>-1.8062946457023099E-3</c:v>
                </c:pt>
                <c:pt idx="224">
                  <c:v>-1.52812892662474E-3</c:v>
                </c:pt>
                <c:pt idx="225">
                  <c:v>-1.33005220754717E-3</c:v>
                </c:pt>
                <c:pt idx="226">
                  <c:v>-1.2539844884695999E-3</c:v>
                </c:pt>
                <c:pt idx="227">
                  <c:v>-1.30621576939203E-3</c:v>
                </c:pt>
                <c:pt idx="228">
                  <c:v>-1.4558660503144699E-3</c:v>
                </c:pt>
                <c:pt idx="229">
                  <c:v>-1.6435803312369001E-3</c:v>
                </c:pt>
                <c:pt idx="230">
                  <c:v>-1.79795461215933E-3</c:v>
                </c:pt>
                <c:pt idx="231">
                  <c:v>-1.8555388930817599E-3</c:v>
                </c:pt>
                <c:pt idx="232">
                  <c:v>-1.77873317400419E-3</c:v>
                </c:pt>
                <c:pt idx="233">
                  <c:v>-1.5666974549266299E-3</c:v>
                </c:pt>
                <c:pt idx="234">
                  <c:v>-1.25575073584906E-3</c:v>
                </c:pt>
                <c:pt idx="235">
                  <c:v>-9.0920201677148905E-4</c:v>
                </c:pt>
                <c:pt idx="236">
                  <c:v>-5.9961929769392097E-4</c:v>
                </c:pt>
                <c:pt idx="237">
                  <c:v>-3.8910907861635199E-4</c:v>
                </c:pt>
                <c:pt idx="238">
                  <c:v>-3.1305185953878402E-4</c:v>
                </c:pt>
                <c:pt idx="239">
                  <c:v>-3.7133744046121602E-4</c:v>
                </c:pt>
                <c:pt idx="240">
                  <c:v>-5.2903822138364797E-4</c:v>
                </c:pt>
                <c:pt idx="241">
                  <c:v>-7.2620870230608004E-4</c:v>
                </c:pt>
                <c:pt idx="242">
                  <c:v>-8.9439598322851204E-4</c:v>
                </c:pt>
                <c:pt idx="243">
                  <c:v>-9.75508264150944E-4</c:v>
                </c:pt>
                <c:pt idx="244">
                  <c:v>-9.3776354507337499E-4</c:v>
                </c:pt>
                <c:pt idx="245">
                  <c:v>-7.8408282599580698E-4</c:v>
                </c:pt>
                <c:pt idx="246">
                  <c:v>-5.5067550691823897E-4</c:v>
                </c:pt>
                <c:pt idx="247">
                  <c:v>-2.9651638784067102E-4</c:v>
                </c:pt>
                <c:pt idx="248" formatCode="0.00E+00">
                  <c:v>-8.6973668763102902E-5</c:v>
                </c:pt>
                <c:pt idx="249" formatCode="0.00E+00">
                  <c:v>2.38670503144652E-5</c:v>
                </c:pt>
                <c:pt idx="250" formatCode="0.00E+00">
                  <c:v>7.5177693920333403E-6</c:v>
                </c:pt>
                <c:pt idx="251">
                  <c:v>-1.3159951153039799E-4</c:v>
                </c:pt>
                <c:pt idx="252">
                  <c:v>-3.5774479245282998E-4</c:v>
                </c:pt>
                <c:pt idx="253">
                  <c:v>-6.1385307337526195E-4</c:v>
                </c:pt>
                <c:pt idx="254">
                  <c:v>-8.3718135429769404E-4</c:v>
                </c:pt>
                <c:pt idx="255">
                  <c:v>-9.7631263522012597E-4</c:v>
                </c:pt>
                <c:pt idx="256">
                  <c:v>-1.0048089161425601E-3</c:v>
                </c:pt>
                <c:pt idx="257">
                  <c:v>-9.2783019706499002E-4</c:v>
                </c:pt>
                <c:pt idx="258">
                  <c:v>-7.7998747798742199E-4</c:v>
                </c:pt>
                <c:pt idx="259">
                  <c:v>-6.1519675890985297E-4</c:v>
                </c:pt>
                <c:pt idx="260">
                  <c:v>-4.9144314983228497E-4</c:v>
                </c:pt>
                <c:pt idx="261">
                  <c:v>-4.5482022075471701E-4</c:v>
                </c:pt>
                <c:pt idx="262">
                  <c:v>-5.2720860167714901E-4</c:v>
                </c:pt>
                <c:pt idx="263">
                  <c:v>-7.00621882599581E-4</c:v>
                </c:pt>
                <c:pt idx="264">
                  <c:v>-9.3943516352201295E-4</c:v>
                </c:pt>
                <c:pt idx="265">
                  <c:v>-1.1900634444444399E-3</c:v>
                </c:pt>
                <c:pt idx="266">
                  <c:v>-1.3958497253668801E-3</c:v>
                </c:pt>
                <c:pt idx="267">
                  <c:v>-1.5130130062893099E-3</c:v>
                </c:pt>
                <c:pt idx="268">
                  <c:v>-1.5227072872117399E-3</c:v>
                </c:pt>
                <c:pt idx="269">
                  <c:v>-1.43536056813417E-3</c:v>
                </c:pt>
                <c:pt idx="270">
                  <c:v>-1.2866338490565999E-3</c:v>
                </c:pt>
                <c:pt idx="271">
                  <c:v>-1.12661912997904E-3</c:v>
                </c:pt>
                <c:pt idx="272">
                  <c:v>-1.0057904109014701E-3</c:v>
                </c:pt>
                <c:pt idx="273">
                  <c:v>-9.6113769182389996E-4</c:v>
                </c:pt>
                <c:pt idx="274">
                  <c:v>-1.00592897274633E-3</c:v>
                </c:pt>
                <c:pt idx="275">
                  <c:v>-1.1259792536687601E-3</c:v>
                </c:pt>
                <c:pt idx="276">
                  <c:v>-1.2837305345911999E-3</c:v>
                </c:pt>
                <c:pt idx="277">
                  <c:v>-1.42896381551363E-3</c:v>
                </c:pt>
                <c:pt idx="278">
                  <c:v>-1.5128930964360601E-3</c:v>
                </c:pt>
                <c:pt idx="279">
                  <c:v>-1.5016373773584901E-3</c:v>
                </c:pt>
                <c:pt idx="280">
                  <c:v>-1.38551765828092E-3</c:v>
                </c:pt>
                <c:pt idx="281">
                  <c:v>-1.1817769392033499E-3</c:v>
                </c:pt>
                <c:pt idx="282">
                  <c:v>-9.2999322012578603E-4</c:v>
                </c:pt>
                <c:pt idx="283">
                  <c:v>-6.8134650104821799E-4</c:v>
                </c:pt>
                <c:pt idx="284">
                  <c:v>-4.8470128197064999E-4</c:v>
                </c:pt>
                <c:pt idx="285">
                  <c:v>-3.7338206289308197E-4</c:v>
                </c:pt>
                <c:pt idx="286">
                  <c:v>-3.5630634381551401E-4</c:v>
                </c:pt>
                <c:pt idx="287">
                  <c:v>-4.15888624737946E-4</c:v>
                </c:pt>
                <c:pt idx="288">
                  <c:v>-5.1320490566037803E-4</c:v>
                </c:pt>
                <c:pt idx="289">
                  <c:v>-5.98955286582809E-4</c:v>
                </c:pt>
                <c:pt idx="290">
                  <c:v>-6.2717096750524099E-4</c:v>
                </c:pt>
                <c:pt idx="291">
                  <c:v>-5.6789334842767298E-4</c:v>
                </c:pt>
                <c:pt idx="292">
                  <c:v>-4.15342029350105E-4</c:v>
                </c:pt>
                <c:pt idx="293">
                  <c:v>-1.89358310272537E-4</c:v>
                </c:pt>
                <c:pt idx="294" formatCode="0.00E+00">
                  <c:v>7.0210408805031297E-5</c:v>
                </c:pt>
                <c:pt idx="295">
                  <c:v>3.1460612788259898E-4</c:v>
                </c:pt>
                <c:pt idx="296">
                  <c:v>4.99632846960167E-4</c:v>
                </c:pt>
                <c:pt idx="297">
                  <c:v>5.9777856603773598E-4</c:v>
                </c:pt>
                <c:pt idx="298">
                  <c:v>6.0570428511530397E-4</c:v>
                </c:pt>
                <c:pt idx="299">
                  <c:v>5.44960004192872E-4</c:v>
                </c:pt>
                <c:pt idx="300">
                  <c:v>4.5595572327043998E-4</c:v>
                </c:pt>
                <c:pt idx="301">
                  <c:v>3.8662844234800802E-4</c:v>
                </c:pt>
                <c:pt idx="302">
                  <c:v>3.7912116142557598E-4</c:v>
                </c:pt>
                <c:pt idx="303">
                  <c:v>4.5792288050314401E-4</c:v>
                </c:pt>
                <c:pt idx="304">
                  <c:v>6.2282859958071295E-4</c:v>
                </c:pt>
                <c:pt idx="305">
                  <c:v>8.48614318658281E-4</c:v>
                </c:pt>
                <c:pt idx="306">
                  <c:v>1.09144003773585E-3</c:v>
                </c:pt>
                <c:pt idx="307">
                  <c:v>1.3003157568134199E-3</c:v>
                </c:pt>
                <c:pt idx="308">
                  <c:v>1.4303114758909899E-3</c:v>
                </c:pt>
                <c:pt idx="309">
                  <c:v>1.4541971949685499E-3</c:v>
                </c:pt>
                <c:pt idx="310">
                  <c:v>1.36926291404612E-3</c:v>
                </c:pt>
                <c:pt idx="311">
                  <c:v>1.1976886331236899E-3</c:v>
                </c:pt>
                <c:pt idx="312">
                  <c:v>9.8023435220125793E-4</c:v>
                </c:pt>
                <c:pt idx="313">
                  <c:v>7.6529007127882601E-4</c:v>
                </c:pt>
                <c:pt idx="314">
                  <c:v>5.9602579035639397E-4</c:v>
                </c:pt>
                <c:pt idx="315">
                  <c:v>4.9936150943396195E-4</c:v>
                </c:pt>
                <c:pt idx="316">
                  <c:v>4.7946722851152998E-4</c:v>
                </c:pt>
                <c:pt idx="317">
                  <c:v>5.1765294758909796E-4</c:v>
                </c:pt>
                <c:pt idx="318">
                  <c:v>5.7843866666666601E-4</c:v>
                </c:pt>
                <c:pt idx="319">
                  <c:v>6.2000438574423501E-4</c:v>
                </c:pt>
                <c:pt idx="320">
                  <c:v>6.0613010482180301E-4</c:v>
                </c:pt>
                <c:pt idx="321">
                  <c:v>5.1629582389937098E-4</c:v>
                </c:pt>
                <c:pt idx="322">
                  <c:v>3.5113754297693897E-4</c:v>
                </c:pt>
                <c:pt idx="323">
                  <c:v>1.3191826205450699E-4</c:v>
                </c:pt>
                <c:pt idx="324">
                  <c:v>-1.05727018867925E-4</c:v>
                </c:pt>
                <c:pt idx="325">
                  <c:v>-3.2199529979035698E-4</c:v>
                </c:pt>
                <c:pt idx="326">
                  <c:v>-4.8416158071278801E-4</c:v>
                </c:pt>
                <c:pt idx="327">
                  <c:v>-5.7575646163522004E-4</c:v>
                </c:pt>
                <c:pt idx="328">
                  <c:v>-6.0113274255765197E-4</c:v>
                </c:pt>
                <c:pt idx="329">
                  <c:v>-5.8418922348008398E-4</c:v>
                </c:pt>
                <c:pt idx="330">
                  <c:v>-5.6167050440251597E-4</c:v>
                </c:pt>
                <c:pt idx="331">
                  <c:v>-5.7296018532494795E-4</c:v>
                </c:pt>
                <c:pt idx="332">
                  <c:v>-6.4924706624738002E-4</c:v>
                </c:pt>
                <c:pt idx="333">
                  <c:v>-8.0505854716981205E-4</c:v>
                </c:pt>
                <c:pt idx="334">
                  <c:v>-1.0344548280922399E-3</c:v>
                </c:pt>
                <c:pt idx="335">
                  <c:v>-1.3128501090146801E-3</c:v>
                </c:pt>
                <c:pt idx="336">
                  <c:v>-1.60391538993711E-3</c:v>
                </c:pt>
                <c:pt idx="337">
                  <c:v>-1.8695726708595399E-3</c:v>
                </c:pt>
                <c:pt idx="338">
                  <c:v>-2.0802969517819698E-3</c:v>
                </c:pt>
                <c:pt idx="339">
                  <c:v>-2.2229112327044002E-3</c:v>
                </c:pt>
                <c:pt idx="340">
                  <c:v>-2.3035955136268401E-3</c:v>
                </c:pt>
                <c:pt idx="341">
                  <c:v>-2.34545979454927E-3</c:v>
                </c:pt>
                <c:pt idx="342">
                  <c:v>-2.3813240754716998E-3</c:v>
                </c:pt>
                <c:pt idx="343">
                  <c:v>-2.4438583563941301E-3</c:v>
                </c:pt>
                <c:pt idx="344">
                  <c:v>-2.5558626373165601E-3</c:v>
                </c:pt>
                <c:pt idx="345">
                  <c:v>-2.7234169182389898E-3</c:v>
                </c:pt>
                <c:pt idx="346">
                  <c:v>-2.9337711991614299E-3</c:v>
                </c:pt>
                <c:pt idx="347">
                  <c:v>-3.1585754800838601E-3</c:v>
                </c:pt>
                <c:pt idx="348">
                  <c:v>-3.3614797610062898E-3</c:v>
                </c:pt>
                <c:pt idx="349">
                  <c:v>-3.5080240419287198E-3</c:v>
                </c:pt>
                <c:pt idx="350">
                  <c:v>-3.5751283228511498E-3</c:v>
                </c:pt>
                <c:pt idx="351">
                  <c:v>-3.5573126037735901E-3</c:v>
                </c:pt>
                <c:pt idx="352">
                  <c:v>-3.4681768846960199E-3</c:v>
                </c:pt>
                <c:pt idx="353">
                  <c:v>-3.3365811656184499E-3</c:v>
                </c:pt>
                <c:pt idx="354">
                  <c:v>-3.1986254465408799E-3</c:v>
                </c:pt>
                <c:pt idx="355">
                  <c:v>-3.0877697274633098E-3</c:v>
                </c:pt>
                <c:pt idx="356">
                  <c:v>-3.0257640083857398E-3</c:v>
                </c:pt>
                <c:pt idx="357">
                  <c:v>-3.0169082893081798E-3</c:v>
                </c:pt>
                <c:pt idx="358">
                  <c:v>-3.04724257023061E-3</c:v>
                </c:pt>
                <c:pt idx="359">
                  <c:v>-3.0888068511530399E-3</c:v>
                </c:pt>
                <c:pt idx="360">
                  <c:v>-3.1077811320754699E-3</c:v>
                </c:pt>
                <c:pt idx="361">
                  <c:v>-3.0740954129979E-3</c:v>
                </c:pt>
                <c:pt idx="362">
                  <c:v>-2.9699996939203401E-3</c:v>
                </c:pt>
                <c:pt idx="363">
                  <c:v>-2.79510397484277E-3</c:v>
                </c:pt>
                <c:pt idx="364">
                  <c:v>-2.5664982557652002E-3</c:v>
                </c:pt>
                <c:pt idx="365">
                  <c:v>-2.3140125366876299E-3</c:v>
                </c:pt>
                <c:pt idx="366">
                  <c:v>-2.0719368176100599E-3</c:v>
                </c:pt>
                <c:pt idx="367">
                  <c:v>-1.8697010985325E-3</c:v>
                </c:pt>
                <c:pt idx="368">
                  <c:v>-1.72395537945493E-3</c:v>
                </c:pt>
                <c:pt idx="369">
                  <c:v>-1.63449266037736E-3</c:v>
                </c:pt>
                <c:pt idx="370">
                  <c:v>-1.58498794129979E-3</c:v>
                </c:pt>
                <c:pt idx="371">
                  <c:v>-1.5483682222222201E-3</c:v>
                </c:pt>
                <c:pt idx="372">
                  <c:v>-1.4952835031446501E-3</c:v>
                </c:pt>
                <c:pt idx="373">
                  <c:v>-1.4032347840670901E-3</c:v>
                </c:pt>
                <c:pt idx="374">
                  <c:v>-1.2637490649895201E-3</c:v>
                </c:pt>
                <c:pt idx="375">
                  <c:v>-1.0855133459119501E-3</c:v>
                </c:pt>
                <c:pt idx="376">
                  <c:v>-8.9251962683438196E-4</c:v>
                </c:pt>
                <c:pt idx="377">
                  <c:v>-7.1769730775681395E-4</c:v>
                </c:pt>
                <c:pt idx="378">
                  <c:v>-5.9379118867924604E-4</c:v>
                </c:pt>
                <c:pt idx="379">
                  <c:v>-5.4402446960167801E-4</c:v>
                </c:pt>
                <c:pt idx="380">
                  <c:v>-5.7518775052410901E-4</c:v>
                </c:pt>
                <c:pt idx="381">
                  <c:v>-6.7511003144654104E-4</c:v>
                </c:pt>
                <c:pt idx="382">
                  <c:v>-8.1527571236897302E-4</c:v>
                </c:pt>
                <c:pt idx="383">
                  <c:v>-9.57937593291405E-4</c:v>
                </c:pt>
                <c:pt idx="384">
                  <c:v>-1.06583087421384E-3</c:v>
                </c:pt>
                <c:pt idx="385">
                  <c:v>-1.1118541551362699E-3</c:v>
                </c:pt>
                <c:pt idx="386">
                  <c:v>-1.0860734360586999E-3</c:v>
                </c:pt>
                <c:pt idx="387">
                  <c:v>-9.9812871698113292E-4</c:v>
                </c:pt>
                <c:pt idx="388">
                  <c:v>-8.7435999790356404E-4</c:v>
                </c:pt>
                <c:pt idx="389">
                  <c:v>-7.5046827882599605E-4</c:v>
                </c:pt>
                <c:pt idx="390">
                  <c:v>-6.6171955974842801E-4</c:v>
                </c:pt>
                <c:pt idx="391">
                  <c:v>-6.3340554067086005E-4</c:v>
                </c:pt>
                <c:pt idx="392">
                  <c:v>-6.7414822159329196E-4</c:v>
                </c:pt>
                <c:pt idx="393">
                  <c:v>-7.7386480251572399E-4</c:v>
                </c:pt>
                <c:pt idx="394">
                  <c:v>-9.0690468343815496E-4</c:v>
                </c:pt>
                <c:pt idx="395">
                  <c:v>-1.03945796436059E-3</c:v>
                </c:pt>
                <c:pt idx="396">
                  <c:v>-1.13917124528302E-3</c:v>
                </c:pt>
                <c:pt idx="397">
                  <c:v>-1.1843015262054501E-3</c:v>
                </c:pt>
                <c:pt idx="398">
                  <c:v>-1.1698758071278801E-3</c:v>
                </c:pt>
                <c:pt idx="399">
                  <c:v>-1.10916408805031E-3</c:v>
                </c:pt>
                <c:pt idx="400">
                  <c:v>-1.0300883689727501E-3</c:v>
                </c:pt>
                <c:pt idx="401">
                  <c:v>-9.6760164989517902E-4</c:v>
                </c:pt>
                <c:pt idx="402">
                  <c:v>-9.5419993081761003E-4</c:v>
                </c:pt>
                <c:pt idx="403">
                  <c:v>-1.0112252117400399E-3</c:v>
                </c:pt>
                <c:pt idx="404">
                  <c:v>-1.14335649266247E-3</c:v>
                </c:pt>
                <c:pt idx="405">
                  <c:v>-1.3377897735849099E-3</c:v>
                </c:pt>
                <c:pt idx="406">
                  <c:v>-1.56827805450734E-3</c:v>
                </c:pt>
                <c:pt idx="407">
                  <c:v>-1.80286233542977E-3</c:v>
                </c:pt>
                <c:pt idx="408">
                  <c:v>-2.0130666163522002E-3</c:v>
                </c:pt>
                <c:pt idx="409">
                  <c:v>-2.1820308972746302E-3</c:v>
                </c:pt>
                <c:pt idx="410">
                  <c:v>-2.3092351781970701E-3</c:v>
                </c:pt>
                <c:pt idx="411">
                  <c:v>-2.4104694591194999E-3</c:v>
                </c:pt>
                <c:pt idx="412">
                  <c:v>-2.5131537400419298E-3</c:v>
                </c:pt>
                <c:pt idx="413">
                  <c:v>-2.64835802096436E-3</c:v>
                </c:pt>
                <c:pt idx="414">
                  <c:v>-2.8417023018867901E-3</c:v>
                </c:pt>
                <c:pt idx="415">
                  <c:v>-3.1058465828092199E-3</c:v>
                </c:pt>
                <c:pt idx="416">
                  <c:v>-3.43655086373166E-3</c:v>
                </c:pt>
                <c:pt idx="417">
                  <c:v>-3.8135451446540901E-3</c:v>
                </c:pt>
                <c:pt idx="418">
                  <c:v>-4.20577942557652E-3</c:v>
                </c:pt>
                <c:pt idx="419">
                  <c:v>-4.5796937064989498E-3</c:v>
                </c:pt>
                <c:pt idx="420">
                  <c:v>-4.9080679874213802E-3</c:v>
                </c:pt>
                <c:pt idx="421">
                  <c:v>-5.17705226834382E-3</c:v>
                </c:pt>
                <c:pt idx="422">
                  <c:v>-5.38924654926625E-3</c:v>
                </c:pt>
                <c:pt idx="423">
                  <c:v>-5.56216083018868E-3</c:v>
                </c:pt>
                <c:pt idx="424">
                  <c:v>-5.7224051111111097E-3</c:v>
                </c:pt>
                <c:pt idx="425">
                  <c:v>-5.8973993920335404E-3</c:v>
                </c:pt>
                <c:pt idx="426">
                  <c:v>-6.1069736729559799E-3</c:v>
                </c:pt>
                <c:pt idx="427">
                  <c:v>-6.3572979538784099E-3</c:v>
                </c:pt>
                <c:pt idx="428">
                  <c:v>-6.6389522348008403E-3</c:v>
                </c:pt>
                <c:pt idx="429">
                  <c:v>-6.9295865157232702E-3</c:v>
                </c:pt>
                <c:pt idx="430">
                  <c:v>-7.2004707966457004E-3</c:v>
                </c:pt>
                <c:pt idx="431">
                  <c:v>-7.4249550775681399E-3</c:v>
                </c:pt>
                <c:pt idx="432">
                  <c:v>-7.5864693584905699E-3</c:v>
                </c:pt>
                <c:pt idx="433">
                  <c:v>-7.6835736394129999E-3</c:v>
                </c:pt>
                <c:pt idx="434">
                  <c:v>-7.7306079203354298E-3</c:v>
                </c:pt>
                <c:pt idx="435">
                  <c:v>-7.7536922012578597E-3</c:v>
                </c:pt>
                <c:pt idx="436">
                  <c:v>-7.7832264821802903E-3</c:v>
                </c:pt>
                <c:pt idx="437">
                  <c:v>-7.8449007631027304E-3</c:v>
                </c:pt>
                <c:pt idx="438">
                  <c:v>-7.9519950440251602E-3</c:v>
                </c:pt>
                <c:pt idx="439">
                  <c:v>-8.1011693249475897E-3</c:v>
                </c:pt>
                <c:pt idx="440">
                  <c:v>-8.2730036058700201E-3</c:v>
                </c:pt>
                <c:pt idx="441">
                  <c:v>-8.4371978867924507E-3</c:v>
                </c:pt>
                <c:pt idx="442">
                  <c:v>-8.5610321677148903E-3</c:v>
                </c:pt>
                <c:pt idx="443">
                  <c:v>-8.6187164486373202E-3</c:v>
                </c:pt>
                <c:pt idx="444">
                  <c:v>-8.5988507295597493E-3</c:v>
                </c:pt>
                <c:pt idx="445">
                  <c:v>-8.5078950104821808E-3</c:v>
                </c:pt>
                <c:pt idx="446">
                  <c:v>-8.3685192914046101E-3</c:v>
                </c:pt>
                <c:pt idx="447">
                  <c:v>-8.2133235723270501E-3</c:v>
                </c:pt>
                <c:pt idx="448">
                  <c:v>-8.0756778532494796E-3</c:v>
                </c:pt>
                <c:pt idx="449">
                  <c:v>-7.9803021341719096E-3</c:v>
                </c:pt>
                <c:pt idx="450">
                  <c:v>-7.9363464150943395E-3</c:v>
                </c:pt>
                <c:pt idx="451">
                  <c:v>-7.9350106960167695E-3</c:v>
                </c:pt>
                <c:pt idx="452">
                  <c:v>-7.9522649769392002E-3</c:v>
                </c:pt>
                <c:pt idx="453">
                  <c:v>-7.9560992578616395E-3</c:v>
                </c:pt>
                <c:pt idx="454">
                  <c:v>-7.91584353878407E-3</c:v>
                </c:pt>
                <c:pt idx="455">
                  <c:v>-7.8109778197064999E-3</c:v>
                </c:pt>
                <c:pt idx="456">
                  <c:v>-7.6366721006289303E-3</c:v>
                </c:pt>
                <c:pt idx="457">
                  <c:v>-7.4043163815513601E-3</c:v>
                </c:pt>
                <c:pt idx="458">
                  <c:v>-7.1368806624737902E-3</c:v>
                </c:pt>
                <c:pt idx="459">
                  <c:v>-6.8605749433962304E-3</c:v>
                </c:pt>
                <c:pt idx="460">
                  <c:v>-6.5955392243186601E-3</c:v>
                </c:pt>
                <c:pt idx="461">
                  <c:v>-6.3486335052410896E-3</c:v>
                </c:pt>
                <c:pt idx="462">
                  <c:v>-6.1110177861635204E-3</c:v>
                </c:pt>
                <c:pt idx="463">
                  <c:v>-5.8616120670859501E-3</c:v>
                </c:pt>
                <c:pt idx="464">
                  <c:v>-5.5757963480083904E-3</c:v>
                </c:pt>
                <c:pt idx="465">
                  <c:v>-5.2366706289308203E-3</c:v>
                </c:pt>
                <c:pt idx="466">
                  <c:v>-4.8452049098532497E-3</c:v>
                </c:pt>
                <c:pt idx="467">
                  <c:v>-4.4251691907756796E-3</c:v>
                </c:pt>
                <c:pt idx="468">
                  <c:v>-4.01994347169811E-3</c:v>
                </c:pt>
                <c:pt idx="469">
                  <c:v>-3.6802377526205499E-3</c:v>
                </c:pt>
                <c:pt idx="470">
                  <c:v>-3.44456203354298E-3</c:v>
                </c:pt>
                <c:pt idx="471">
                  <c:v>-3.31624631446541E-3</c:v>
                </c:pt>
                <c:pt idx="472">
                  <c:v>-3.2428005953878398E-3</c:v>
                </c:pt>
                <c:pt idx="473">
                  <c:v>-3.1031048763102702E-3</c:v>
                </c:pt>
                <c:pt idx="474">
                  <c:v>-2.7069191572326999E-3</c:v>
                </c:pt>
                <c:pt idx="475">
                  <c:v>-1.8085534381551401E-3</c:v>
                </c:pt>
                <c:pt idx="476">
                  <c:v>-1.3314971907756799E-4</c:v>
                </c:pt>
                <c:pt idx="477">
                  <c:v>2.5891780000000001E-3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2-4D9D-8CBE-7352FA7CC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6463199"/>
        <c:axId val="1656453119"/>
      </c:lineChart>
      <c:catAx>
        <c:axId val="16564631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crossAx val="1656453119"/>
        <c:crosses val="autoZero"/>
        <c:auto val="1"/>
        <c:lblAlgn val="ctr"/>
        <c:lblOffset val="100"/>
        <c:noMultiLvlLbl val="0"/>
      </c:catAx>
      <c:valAx>
        <c:axId val="16564531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</a:t>
                </a:r>
                <a:r>
                  <a:rPr lang="en-CA" baseline="0" dirty="0"/>
                  <a:t> (mL/s)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A"/>
            </a:p>
          </c:txPr>
        </c:title>
        <c:numFmt formatCode="General" sourceLinked="1"/>
        <c:majorTickMark val="out"/>
        <c:minorTickMark val="none"/>
        <c:tickLblPos val="nextTo"/>
        <c:crossAx val="165646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Sheet1!$B$2:$B$479</c:f>
              <c:numCache>
                <c:formatCode>General</c:formatCode>
                <c:ptCount val="478"/>
                <c:pt idx="0">
                  <c:v>5.3133800000000004E-3</c:v>
                </c:pt>
                <c:pt idx="1">
                  <c:v>1.0018325719077599E-2</c:v>
                </c:pt>
                <c:pt idx="2">
                  <c:v>1.62151514381551E-2</c:v>
                </c:pt>
                <c:pt idx="3">
                  <c:v>2.3946877157232701E-2</c:v>
                </c:pt>
                <c:pt idx="4">
                  <c:v>3.3188902876310301E-2</c:v>
                </c:pt>
                <c:pt idx="5">
                  <c:v>4.3876628595387802E-2</c:v>
                </c:pt>
                <c:pt idx="6">
                  <c:v>5.5939154314465403E-2</c:v>
                </c:pt>
                <c:pt idx="7">
                  <c:v>6.9331580033543005E-2</c:v>
                </c:pt>
                <c:pt idx="8">
                  <c:v>8.4055105752620499E-2</c:v>
                </c:pt>
                <c:pt idx="9">
                  <c:v>0.100161131471698</c:v>
                </c:pt>
                <c:pt idx="10">
                  <c:v>0.117734257190776</c:v>
                </c:pt>
                <c:pt idx="11">
                  <c:v>0.136863382909853</c:v>
                </c:pt>
                <c:pt idx="12">
                  <c:v>0.15760150862893099</c:v>
                </c:pt>
                <c:pt idx="13">
                  <c:v>0.17992463434800801</c:v>
                </c:pt>
                <c:pt idx="14">
                  <c:v>0.20370476006708599</c:v>
                </c:pt>
                <c:pt idx="15">
                  <c:v>0.22870488578616399</c:v>
                </c:pt>
                <c:pt idx="16">
                  <c:v>0.25458301150524099</c:v>
                </c:pt>
                <c:pt idx="17">
                  <c:v>0.280927137224319</c:v>
                </c:pt>
                <c:pt idx="18">
                  <c:v>0.30729726294339599</c:v>
                </c:pt>
                <c:pt idx="19">
                  <c:v>0.33326838866247399</c:v>
                </c:pt>
                <c:pt idx="20">
                  <c:v>0.35847451438155098</c:v>
                </c:pt>
                <c:pt idx="21">
                  <c:v>0.382631640100629</c:v>
                </c:pt>
                <c:pt idx="22">
                  <c:v>0.40555276581970701</c:v>
                </c:pt>
                <c:pt idx="23">
                  <c:v>0.42714089153878398</c:v>
                </c:pt>
                <c:pt idx="24">
                  <c:v>0.44737101725786199</c:v>
                </c:pt>
                <c:pt idx="25">
                  <c:v>0.466265142976939</c:v>
                </c:pt>
                <c:pt idx="26">
                  <c:v>0.48386126869601698</c:v>
                </c:pt>
                <c:pt idx="27">
                  <c:v>0.50020039441509401</c:v>
                </c:pt>
                <c:pt idx="28">
                  <c:v>0.51530452013417205</c:v>
                </c:pt>
                <c:pt idx="29">
                  <c:v>0.52918164585325</c:v>
                </c:pt>
                <c:pt idx="30">
                  <c:v>0.54183477157232696</c:v>
                </c:pt>
                <c:pt idx="31">
                  <c:v>0.55327189729140502</c:v>
                </c:pt>
                <c:pt idx="32">
                  <c:v>0.56352302301048196</c:v>
                </c:pt>
                <c:pt idx="33">
                  <c:v>0.57265214872956005</c:v>
                </c:pt>
                <c:pt idx="34">
                  <c:v>0.58075727444863701</c:v>
                </c:pt>
                <c:pt idx="35">
                  <c:v>0.58796140016771503</c:v>
                </c:pt>
                <c:pt idx="36">
                  <c:v>0.59440252588679299</c:v>
                </c:pt>
                <c:pt idx="37">
                  <c:v>0.60020965160587003</c:v>
                </c:pt>
                <c:pt idx="38">
                  <c:v>0.60548977732494802</c:v>
                </c:pt>
                <c:pt idx="39">
                  <c:v>0.61031490304402503</c:v>
                </c:pt>
                <c:pt idx="40">
                  <c:v>0.614718028763103</c:v>
                </c:pt>
                <c:pt idx="41">
                  <c:v>0.61870115448217999</c:v>
                </c:pt>
                <c:pt idx="42">
                  <c:v>0.622248280201258</c:v>
                </c:pt>
                <c:pt idx="43">
                  <c:v>0.62534540592033605</c:v>
                </c:pt>
                <c:pt idx="44">
                  <c:v>0.62799153163941301</c:v>
                </c:pt>
                <c:pt idx="45">
                  <c:v>0.63021565735849105</c:v>
                </c:pt>
                <c:pt idx="46">
                  <c:v>0.63207278307756798</c:v>
                </c:pt>
                <c:pt idx="47">
                  <c:v>0.633639908796646</c:v>
                </c:pt>
                <c:pt idx="48">
                  <c:v>0.63500403451572296</c:v>
                </c:pt>
                <c:pt idx="49">
                  <c:v>0.63624016023480101</c:v>
                </c:pt>
                <c:pt idx="50">
                  <c:v>0.63740128595387902</c:v>
                </c:pt>
                <c:pt idx="51">
                  <c:v>0.63850241167295596</c:v>
                </c:pt>
                <c:pt idx="52">
                  <c:v>0.63952453739203396</c:v>
                </c:pt>
                <c:pt idx="53">
                  <c:v>0.64041766311111104</c:v>
                </c:pt>
                <c:pt idx="54">
                  <c:v>0.64111378883018899</c:v>
                </c:pt>
                <c:pt idx="55">
                  <c:v>0.64154591454926602</c:v>
                </c:pt>
                <c:pt idx="56">
                  <c:v>0.64166204026834395</c:v>
                </c:pt>
                <c:pt idx="57">
                  <c:v>0.64143416598742098</c:v>
                </c:pt>
                <c:pt idx="58">
                  <c:v>0.64086329170649903</c:v>
                </c:pt>
                <c:pt idx="59">
                  <c:v>0.63997441742557704</c:v>
                </c:pt>
                <c:pt idx="60">
                  <c:v>0.63880554314465399</c:v>
                </c:pt>
                <c:pt idx="61">
                  <c:v>0.63739466886373197</c:v>
                </c:pt>
                <c:pt idx="62">
                  <c:v>0.63576979458280902</c:v>
                </c:pt>
                <c:pt idx="63">
                  <c:v>0.63393992030188695</c:v>
                </c:pt>
                <c:pt idx="64">
                  <c:v>0.63190004602096395</c:v>
                </c:pt>
                <c:pt idx="65">
                  <c:v>0.62963017174004199</c:v>
                </c:pt>
                <c:pt idx="66">
                  <c:v>0.62711029745911995</c:v>
                </c:pt>
                <c:pt idx="67">
                  <c:v>0.62432942317819695</c:v>
                </c:pt>
                <c:pt idx="68">
                  <c:v>0.62129354889727495</c:v>
                </c:pt>
                <c:pt idx="69">
                  <c:v>0.61802667461635197</c:v>
                </c:pt>
                <c:pt idx="70">
                  <c:v>0.61456880033543004</c:v>
                </c:pt>
                <c:pt idx="71">
                  <c:v>0.61096192605450705</c:v>
                </c:pt>
                <c:pt idx="72">
                  <c:v>0.60724205177358503</c:v>
                </c:pt>
                <c:pt idx="73">
                  <c:v>0.60342317749266305</c:v>
                </c:pt>
                <c:pt idx="74">
                  <c:v>0.59949530321174005</c:v>
                </c:pt>
                <c:pt idx="75">
                  <c:v>0.59541742893081795</c:v>
                </c:pt>
                <c:pt idx="76">
                  <c:v>0.59113355464989503</c:v>
                </c:pt>
                <c:pt idx="77">
                  <c:v>0.58657968036897301</c:v>
                </c:pt>
                <c:pt idx="78">
                  <c:v>0.58170780608804995</c:v>
                </c:pt>
                <c:pt idx="79">
                  <c:v>0.57649593180712799</c:v>
                </c:pt>
                <c:pt idx="80">
                  <c:v>0.57096005752620604</c:v>
                </c:pt>
                <c:pt idx="81">
                  <c:v>0.56515618324528305</c:v>
                </c:pt>
                <c:pt idx="82">
                  <c:v>0.55917230896436099</c:v>
                </c:pt>
                <c:pt idx="83">
                  <c:v>0.55310843468343796</c:v>
                </c:pt>
                <c:pt idx="84">
                  <c:v>0.547062560402516</c:v>
                </c:pt>
                <c:pt idx="85">
                  <c:v>0.54111068612159297</c:v>
                </c:pt>
                <c:pt idx="86">
                  <c:v>0.53529281184067101</c:v>
                </c:pt>
                <c:pt idx="87">
                  <c:v>0.52961093755974797</c:v>
                </c:pt>
                <c:pt idx="88">
                  <c:v>0.52403506327882599</c:v>
                </c:pt>
                <c:pt idx="89">
                  <c:v>0.51852318899790395</c:v>
                </c:pt>
                <c:pt idx="90">
                  <c:v>0.51303031471698102</c:v>
                </c:pt>
                <c:pt idx="91">
                  <c:v>0.50753344043605897</c:v>
                </c:pt>
                <c:pt idx="92">
                  <c:v>0.50203456615513598</c:v>
                </c:pt>
                <c:pt idx="93">
                  <c:v>0.49656269187421398</c:v>
                </c:pt>
                <c:pt idx="94">
                  <c:v>0.49115981759329103</c:v>
                </c:pt>
                <c:pt idx="95">
                  <c:v>0.48586294331236901</c:v>
                </c:pt>
                <c:pt idx="96">
                  <c:v>0.48068306903144697</c:v>
                </c:pt>
                <c:pt idx="97">
                  <c:v>0.47558919475052402</c:v>
                </c:pt>
                <c:pt idx="98">
                  <c:v>0.47050332046960203</c:v>
                </c:pt>
                <c:pt idx="99">
                  <c:v>0.465302446188679</c:v>
                </c:pt>
                <c:pt idx="100">
                  <c:v>0.45984357190775699</c:v>
                </c:pt>
                <c:pt idx="101">
                  <c:v>0.45398869762683403</c:v>
                </c:pt>
                <c:pt idx="102">
                  <c:v>0.44763382334591201</c:v>
                </c:pt>
                <c:pt idx="103">
                  <c:v>0.44073294906499</c:v>
                </c:pt>
                <c:pt idx="104">
                  <c:v>0.433313074784067</c:v>
                </c:pt>
                <c:pt idx="105">
                  <c:v>0.42546820050314499</c:v>
                </c:pt>
                <c:pt idx="106">
                  <c:v>0.41734332622222198</c:v>
                </c:pt>
                <c:pt idx="107">
                  <c:v>0.40910345194129999</c:v>
                </c:pt>
                <c:pt idx="108">
                  <c:v>0.40089557766037698</c:v>
                </c:pt>
                <c:pt idx="109">
                  <c:v>0.39282270337945502</c:v>
                </c:pt>
                <c:pt idx="110">
                  <c:v>0.38492082909853298</c:v>
                </c:pt>
                <c:pt idx="111">
                  <c:v>0.37715695481761002</c:v>
                </c:pt>
                <c:pt idx="112">
                  <c:v>0.36944608053668798</c:v>
                </c:pt>
                <c:pt idx="113">
                  <c:v>0.36168020625576502</c:v>
                </c:pt>
                <c:pt idx="114">
                  <c:v>0.353761331974843</c:v>
                </c:pt>
                <c:pt idx="115">
                  <c:v>0.34563645769391999</c:v>
                </c:pt>
                <c:pt idx="116">
                  <c:v>0.33731458341299803</c:v>
                </c:pt>
                <c:pt idx="117">
                  <c:v>0.32886770913207503</c:v>
                </c:pt>
                <c:pt idx="118">
                  <c:v>0.320419834851153</c:v>
                </c:pt>
                <c:pt idx="119">
                  <c:v>0.31211296057023102</c:v>
                </c:pt>
                <c:pt idx="120">
                  <c:v>0.30407308628930801</c:v>
                </c:pt>
                <c:pt idx="121">
                  <c:v>0.29637521200838601</c:v>
                </c:pt>
                <c:pt idx="122">
                  <c:v>0.289028337727463</c:v>
                </c:pt>
                <c:pt idx="123">
                  <c:v>0.281971463446541</c:v>
                </c:pt>
                <c:pt idx="124">
                  <c:v>0.27509358916561899</c:v>
                </c:pt>
                <c:pt idx="125">
                  <c:v>0.26827171488469598</c:v>
                </c:pt>
                <c:pt idx="126">
                  <c:v>0.26140584060377398</c:v>
                </c:pt>
                <c:pt idx="127">
                  <c:v>0.254455966322851</c:v>
                </c:pt>
                <c:pt idx="128">
                  <c:v>0.24745909204192901</c:v>
                </c:pt>
                <c:pt idx="129">
                  <c:v>0.24051821776100599</c:v>
                </c:pt>
                <c:pt idx="130">
                  <c:v>0.233783343480084</c:v>
                </c:pt>
                <c:pt idx="131">
                  <c:v>0.22739346919916101</c:v>
                </c:pt>
                <c:pt idx="132">
                  <c:v>0.221436594918239</c:v>
                </c:pt>
                <c:pt idx="133">
                  <c:v>0.215901720637317</c:v>
                </c:pt>
                <c:pt idx="134">
                  <c:v>0.21066084635639401</c:v>
                </c:pt>
                <c:pt idx="135">
                  <c:v>0.205482972075472</c:v>
                </c:pt>
                <c:pt idx="136">
                  <c:v>0.20007609779454899</c:v>
                </c:pt>
                <c:pt idx="137">
                  <c:v>0.19415122351362701</c:v>
                </c:pt>
                <c:pt idx="138">
                  <c:v>0.187490349232704</c:v>
                </c:pt>
                <c:pt idx="139">
                  <c:v>0.180016474951782</c:v>
                </c:pt>
                <c:pt idx="140">
                  <c:v>0.17181260067085999</c:v>
                </c:pt>
                <c:pt idx="141">
                  <c:v>0.16312172638993699</c:v>
                </c:pt>
                <c:pt idx="142">
                  <c:v>0.154294852109015</c:v>
                </c:pt>
                <c:pt idx="143">
                  <c:v>0.14569897782809199</c:v>
                </c:pt>
                <c:pt idx="144">
                  <c:v>0.13761510354716999</c:v>
                </c:pt>
                <c:pt idx="145">
                  <c:v>0.13013922926624699</c:v>
                </c:pt>
                <c:pt idx="146">
                  <c:v>0.123113354985325</c:v>
                </c:pt>
                <c:pt idx="147">
                  <c:v>0.116117480704403</c:v>
                </c:pt>
                <c:pt idx="148">
                  <c:v>0.10851860642348</c:v>
                </c:pt>
                <c:pt idx="149">
                  <c:v>9.9576832142557706E-2</c:v>
                </c:pt>
                <c:pt idx="150">
                  <c:v>8.8599357861635197E-2</c:v>
                </c:pt>
                <c:pt idx="151">
                  <c:v>7.5091383580712795E-2</c:v>
                </c:pt>
                <c:pt idx="152">
                  <c:v>5.8896209299790399E-2</c:v>
                </c:pt>
                <c:pt idx="153">
                  <c:v>4.0286635018867901E-2</c:v>
                </c:pt>
                <c:pt idx="154">
                  <c:v>1.9989860737945502E-2</c:v>
                </c:pt>
                <c:pt idx="155">
                  <c:v>-8.6444154297693899E-4</c:v>
                </c:pt>
                <c:pt idx="156">
                  <c:v>-2.0875087823899401E-2</c:v>
                </c:pt>
                <c:pt idx="157">
                  <c:v>-3.8563862104821801E-2</c:v>
                </c:pt>
                <c:pt idx="158">
                  <c:v>-5.2605736385744201E-2</c:v>
                </c:pt>
                <c:pt idx="159">
                  <c:v>-6.2048110666666698E-2</c:v>
                </c:pt>
                <c:pt idx="160">
                  <c:v>-6.6473984947589104E-2</c:v>
                </c:pt>
                <c:pt idx="161">
                  <c:v>-6.6065359228511505E-2</c:v>
                </c:pt>
                <c:pt idx="162">
                  <c:v>-6.1551933509433998E-2</c:v>
                </c:pt>
                <c:pt idx="163">
                  <c:v>-5.4060407790356403E-2</c:v>
                </c:pt>
                <c:pt idx="164">
                  <c:v>-4.49028820712788E-2</c:v>
                </c:pt>
                <c:pt idx="165">
                  <c:v>-3.5358056352201302E-2</c:v>
                </c:pt>
                <c:pt idx="166">
                  <c:v>-2.64890306331237E-2</c:v>
                </c:pt>
                <c:pt idx="167">
                  <c:v>-1.9026404914046099E-2</c:v>
                </c:pt>
                <c:pt idx="168">
                  <c:v>-1.33257791949686E-2</c:v>
                </c:pt>
                <c:pt idx="169">
                  <c:v>-9.3941434758909904E-3</c:v>
                </c:pt>
                <c:pt idx="170">
                  <c:v>-6.97035775681342E-3</c:v>
                </c:pt>
                <c:pt idx="171">
                  <c:v>-5.6368120377358498E-3</c:v>
                </c:pt>
                <c:pt idx="172">
                  <c:v>-4.93863631865828E-3</c:v>
                </c:pt>
                <c:pt idx="173">
                  <c:v>-4.4861105995807104E-3</c:v>
                </c:pt>
                <c:pt idx="174">
                  <c:v>-4.0223148805031399E-3</c:v>
                </c:pt>
                <c:pt idx="175">
                  <c:v>-3.44641916142558E-3</c:v>
                </c:pt>
                <c:pt idx="176">
                  <c:v>-2.7943334423480102E-3</c:v>
                </c:pt>
                <c:pt idx="177">
                  <c:v>-2.18780772327044E-3</c:v>
                </c:pt>
                <c:pt idx="178">
                  <c:v>-1.7696020041928699E-3</c:v>
                </c:pt>
                <c:pt idx="179">
                  <c:v>-1.6437262851152999E-3</c:v>
                </c:pt>
                <c:pt idx="180">
                  <c:v>-1.83602056603774E-3</c:v>
                </c:pt>
                <c:pt idx="181">
                  <c:v>-2.28342484696017E-3</c:v>
                </c:pt>
                <c:pt idx="182">
                  <c:v>-2.8519991278825999E-3</c:v>
                </c:pt>
                <c:pt idx="183">
                  <c:v>-3.3760134088050299E-3</c:v>
                </c:pt>
                <c:pt idx="184">
                  <c:v>-3.7055376897274601E-3</c:v>
                </c:pt>
                <c:pt idx="185">
                  <c:v>-3.7480319706499001E-3</c:v>
                </c:pt>
                <c:pt idx="186">
                  <c:v>-3.49236625157233E-3</c:v>
                </c:pt>
                <c:pt idx="187">
                  <c:v>-3.0087305324947599E-3</c:v>
                </c:pt>
                <c:pt idx="188">
                  <c:v>-2.4259048134171899E-3</c:v>
                </c:pt>
                <c:pt idx="189">
                  <c:v>-1.89353909433962E-3</c:v>
                </c:pt>
                <c:pt idx="190">
                  <c:v>-1.5410433752620499E-3</c:v>
                </c:pt>
                <c:pt idx="191">
                  <c:v>-1.4444876561844899E-3</c:v>
                </c:pt>
                <c:pt idx="192">
                  <c:v>-1.6093419371069201E-3</c:v>
                </c:pt>
                <c:pt idx="193">
                  <c:v>-1.9724562180293498E-3</c:v>
                </c:pt>
                <c:pt idx="194">
                  <c:v>-2.4218704989517801E-3</c:v>
                </c:pt>
                <c:pt idx="195">
                  <c:v>-2.8285047798742098E-3</c:v>
                </c:pt>
                <c:pt idx="196">
                  <c:v>-3.08127906079665E-3</c:v>
                </c:pt>
                <c:pt idx="197">
                  <c:v>-3.1160433417190799E-3</c:v>
                </c:pt>
                <c:pt idx="198">
                  <c:v>-2.93066762264151E-3</c:v>
                </c:pt>
                <c:pt idx="199">
                  <c:v>-2.5825319035639401E-3</c:v>
                </c:pt>
                <c:pt idx="200">
                  <c:v>-2.1699061844863698E-3</c:v>
                </c:pt>
                <c:pt idx="201">
                  <c:v>-1.80328046540881E-3</c:v>
                </c:pt>
                <c:pt idx="202">
                  <c:v>-1.5749347463312399E-3</c:v>
                </c:pt>
                <c:pt idx="203">
                  <c:v>-1.5351590272536699E-3</c:v>
                </c:pt>
                <c:pt idx="204">
                  <c:v>-1.6806533081760999E-3</c:v>
                </c:pt>
                <c:pt idx="205">
                  <c:v>-1.95790758909853E-3</c:v>
                </c:pt>
                <c:pt idx="206">
                  <c:v>-2.27994187002096E-3</c:v>
                </c:pt>
                <c:pt idx="207">
                  <c:v>-2.5516961509434001E-3</c:v>
                </c:pt>
                <c:pt idx="208">
                  <c:v>-2.6970104318658301E-3</c:v>
                </c:pt>
                <c:pt idx="209">
                  <c:v>-2.6792247127882599E-3</c:v>
                </c:pt>
                <c:pt idx="210">
                  <c:v>-2.5095989937106902E-3</c:v>
                </c:pt>
                <c:pt idx="211">
                  <c:v>-2.2417732746331199E-3</c:v>
                </c:pt>
                <c:pt idx="212">
                  <c:v>-1.9544375555555602E-3</c:v>
                </c:pt>
                <c:pt idx="213">
                  <c:v>-1.7280618364779901E-3</c:v>
                </c:pt>
                <c:pt idx="214">
                  <c:v>-1.62229611740042E-3</c:v>
                </c:pt>
                <c:pt idx="215">
                  <c:v>-1.6600603983228501E-3</c:v>
                </c:pt>
                <c:pt idx="216">
                  <c:v>-1.82217467924528E-3</c:v>
                </c:pt>
                <c:pt idx="217">
                  <c:v>-2.05372896016771E-3</c:v>
                </c:pt>
                <c:pt idx="218">
                  <c:v>-2.2803632410901501E-3</c:v>
                </c:pt>
                <c:pt idx="219">
                  <c:v>-2.42963752201258E-3</c:v>
                </c:pt>
                <c:pt idx="220">
                  <c:v>-2.45160180293501E-3</c:v>
                </c:pt>
                <c:pt idx="221">
                  <c:v>-2.3325960838574398E-3</c:v>
                </c:pt>
                <c:pt idx="222">
                  <c:v>-2.0984203647798701E-3</c:v>
                </c:pt>
                <c:pt idx="223">
                  <c:v>-1.8062946457023099E-3</c:v>
                </c:pt>
                <c:pt idx="224">
                  <c:v>-1.52812892662474E-3</c:v>
                </c:pt>
                <c:pt idx="225">
                  <c:v>-1.33005220754717E-3</c:v>
                </c:pt>
                <c:pt idx="226">
                  <c:v>-1.2539844884695999E-3</c:v>
                </c:pt>
                <c:pt idx="227">
                  <c:v>-1.30621576939203E-3</c:v>
                </c:pt>
                <c:pt idx="228">
                  <c:v>-1.4558660503144699E-3</c:v>
                </c:pt>
                <c:pt idx="229">
                  <c:v>-1.6435803312369001E-3</c:v>
                </c:pt>
                <c:pt idx="230">
                  <c:v>-1.79795461215933E-3</c:v>
                </c:pt>
                <c:pt idx="231">
                  <c:v>-1.8555388930817599E-3</c:v>
                </c:pt>
                <c:pt idx="232">
                  <c:v>-1.77873317400419E-3</c:v>
                </c:pt>
                <c:pt idx="233">
                  <c:v>-1.5666974549266299E-3</c:v>
                </c:pt>
                <c:pt idx="234">
                  <c:v>-1.25575073584906E-3</c:v>
                </c:pt>
                <c:pt idx="235">
                  <c:v>-9.0920201677148905E-4</c:v>
                </c:pt>
                <c:pt idx="236">
                  <c:v>-5.9961929769392097E-4</c:v>
                </c:pt>
                <c:pt idx="237">
                  <c:v>-3.8910907861635199E-4</c:v>
                </c:pt>
                <c:pt idx="238">
                  <c:v>-3.1305185953878402E-4</c:v>
                </c:pt>
                <c:pt idx="239">
                  <c:v>-3.7133744046121602E-4</c:v>
                </c:pt>
                <c:pt idx="240">
                  <c:v>-5.2903822138364797E-4</c:v>
                </c:pt>
                <c:pt idx="241">
                  <c:v>-7.2620870230608004E-4</c:v>
                </c:pt>
                <c:pt idx="242">
                  <c:v>-8.9439598322851204E-4</c:v>
                </c:pt>
                <c:pt idx="243">
                  <c:v>-9.75508264150944E-4</c:v>
                </c:pt>
                <c:pt idx="244">
                  <c:v>-9.3776354507337499E-4</c:v>
                </c:pt>
                <c:pt idx="245">
                  <c:v>-7.8408282599580698E-4</c:v>
                </c:pt>
                <c:pt idx="246">
                  <c:v>-5.5067550691823897E-4</c:v>
                </c:pt>
                <c:pt idx="247">
                  <c:v>-2.9651638784067102E-4</c:v>
                </c:pt>
                <c:pt idx="248" formatCode="0.00E+00">
                  <c:v>-8.6973668763102902E-5</c:v>
                </c:pt>
                <c:pt idx="249" formatCode="0.00E+00">
                  <c:v>2.38670503144652E-5</c:v>
                </c:pt>
                <c:pt idx="250" formatCode="0.00E+00">
                  <c:v>7.5177693920333403E-6</c:v>
                </c:pt>
                <c:pt idx="251">
                  <c:v>-1.3159951153039799E-4</c:v>
                </c:pt>
                <c:pt idx="252">
                  <c:v>-3.5774479245282998E-4</c:v>
                </c:pt>
                <c:pt idx="253">
                  <c:v>-6.1385307337526195E-4</c:v>
                </c:pt>
                <c:pt idx="254">
                  <c:v>-8.3718135429769404E-4</c:v>
                </c:pt>
                <c:pt idx="255">
                  <c:v>-9.7631263522012597E-4</c:v>
                </c:pt>
                <c:pt idx="256">
                  <c:v>-1.0048089161425601E-3</c:v>
                </c:pt>
                <c:pt idx="257">
                  <c:v>-9.2783019706499002E-4</c:v>
                </c:pt>
                <c:pt idx="258">
                  <c:v>-7.7998747798742199E-4</c:v>
                </c:pt>
                <c:pt idx="259">
                  <c:v>-6.1519675890985297E-4</c:v>
                </c:pt>
                <c:pt idx="260">
                  <c:v>-4.9144314983228497E-4</c:v>
                </c:pt>
                <c:pt idx="261">
                  <c:v>-4.5482022075471701E-4</c:v>
                </c:pt>
                <c:pt idx="262">
                  <c:v>-5.2720860167714901E-4</c:v>
                </c:pt>
                <c:pt idx="263">
                  <c:v>-7.00621882599581E-4</c:v>
                </c:pt>
                <c:pt idx="264">
                  <c:v>-9.3943516352201295E-4</c:v>
                </c:pt>
                <c:pt idx="265">
                  <c:v>-1.1900634444444399E-3</c:v>
                </c:pt>
                <c:pt idx="266">
                  <c:v>-1.3958497253668801E-3</c:v>
                </c:pt>
                <c:pt idx="267">
                  <c:v>-1.5130130062893099E-3</c:v>
                </c:pt>
                <c:pt idx="268">
                  <c:v>-1.5227072872117399E-3</c:v>
                </c:pt>
                <c:pt idx="269">
                  <c:v>-1.43536056813417E-3</c:v>
                </c:pt>
                <c:pt idx="270">
                  <c:v>-1.2866338490565999E-3</c:v>
                </c:pt>
                <c:pt idx="271">
                  <c:v>-1.12661912997904E-3</c:v>
                </c:pt>
                <c:pt idx="272">
                  <c:v>-1.0057904109014701E-3</c:v>
                </c:pt>
                <c:pt idx="273">
                  <c:v>-9.6113769182389996E-4</c:v>
                </c:pt>
                <c:pt idx="274">
                  <c:v>-1.00592897274633E-3</c:v>
                </c:pt>
                <c:pt idx="275">
                  <c:v>-1.1259792536687601E-3</c:v>
                </c:pt>
                <c:pt idx="276">
                  <c:v>-1.2837305345911999E-3</c:v>
                </c:pt>
                <c:pt idx="277">
                  <c:v>-1.42896381551363E-3</c:v>
                </c:pt>
                <c:pt idx="278">
                  <c:v>-1.5128930964360601E-3</c:v>
                </c:pt>
                <c:pt idx="279">
                  <c:v>-1.5016373773584901E-3</c:v>
                </c:pt>
                <c:pt idx="280">
                  <c:v>-1.38551765828092E-3</c:v>
                </c:pt>
                <c:pt idx="281">
                  <c:v>-1.1817769392033499E-3</c:v>
                </c:pt>
                <c:pt idx="282">
                  <c:v>-9.2999322012578603E-4</c:v>
                </c:pt>
                <c:pt idx="283">
                  <c:v>-6.8134650104821799E-4</c:v>
                </c:pt>
                <c:pt idx="284">
                  <c:v>-4.8470128197064999E-4</c:v>
                </c:pt>
                <c:pt idx="285">
                  <c:v>-3.7338206289308197E-4</c:v>
                </c:pt>
                <c:pt idx="286">
                  <c:v>-3.5630634381551401E-4</c:v>
                </c:pt>
                <c:pt idx="287">
                  <c:v>-4.15888624737946E-4</c:v>
                </c:pt>
                <c:pt idx="288">
                  <c:v>-5.1320490566037803E-4</c:v>
                </c:pt>
                <c:pt idx="289">
                  <c:v>-5.98955286582809E-4</c:v>
                </c:pt>
                <c:pt idx="290">
                  <c:v>-6.2717096750524099E-4</c:v>
                </c:pt>
                <c:pt idx="291">
                  <c:v>-5.6789334842767298E-4</c:v>
                </c:pt>
                <c:pt idx="292">
                  <c:v>-4.15342029350105E-4</c:v>
                </c:pt>
                <c:pt idx="293">
                  <c:v>-1.89358310272537E-4</c:v>
                </c:pt>
                <c:pt idx="294" formatCode="0.00E+00">
                  <c:v>7.0210408805031297E-5</c:v>
                </c:pt>
                <c:pt idx="295">
                  <c:v>3.1460612788259898E-4</c:v>
                </c:pt>
                <c:pt idx="296">
                  <c:v>4.99632846960167E-4</c:v>
                </c:pt>
                <c:pt idx="297">
                  <c:v>5.9777856603773598E-4</c:v>
                </c:pt>
                <c:pt idx="298">
                  <c:v>6.0570428511530397E-4</c:v>
                </c:pt>
                <c:pt idx="299">
                  <c:v>5.44960004192872E-4</c:v>
                </c:pt>
                <c:pt idx="300">
                  <c:v>4.5595572327043998E-4</c:v>
                </c:pt>
                <c:pt idx="301">
                  <c:v>3.8662844234800802E-4</c:v>
                </c:pt>
                <c:pt idx="302">
                  <c:v>3.7912116142557598E-4</c:v>
                </c:pt>
                <c:pt idx="303">
                  <c:v>4.5792288050314401E-4</c:v>
                </c:pt>
                <c:pt idx="304">
                  <c:v>6.2282859958071295E-4</c:v>
                </c:pt>
                <c:pt idx="305">
                  <c:v>8.48614318658281E-4</c:v>
                </c:pt>
                <c:pt idx="306">
                  <c:v>1.09144003773585E-3</c:v>
                </c:pt>
                <c:pt idx="307">
                  <c:v>1.3003157568134199E-3</c:v>
                </c:pt>
                <c:pt idx="308">
                  <c:v>1.4303114758909899E-3</c:v>
                </c:pt>
                <c:pt idx="309">
                  <c:v>1.4541971949685499E-3</c:v>
                </c:pt>
                <c:pt idx="310">
                  <c:v>1.36926291404612E-3</c:v>
                </c:pt>
                <c:pt idx="311">
                  <c:v>1.1976886331236899E-3</c:v>
                </c:pt>
                <c:pt idx="312">
                  <c:v>9.8023435220125793E-4</c:v>
                </c:pt>
                <c:pt idx="313">
                  <c:v>7.6529007127882601E-4</c:v>
                </c:pt>
                <c:pt idx="314">
                  <c:v>5.9602579035639397E-4</c:v>
                </c:pt>
                <c:pt idx="315">
                  <c:v>4.9936150943396195E-4</c:v>
                </c:pt>
                <c:pt idx="316">
                  <c:v>4.7946722851152998E-4</c:v>
                </c:pt>
                <c:pt idx="317">
                  <c:v>5.1765294758909796E-4</c:v>
                </c:pt>
                <c:pt idx="318">
                  <c:v>5.7843866666666601E-4</c:v>
                </c:pt>
                <c:pt idx="319">
                  <c:v>6.2000438574423501E-4</c:v>
                </c:pt>
                <c:pt idx="320">
                  <c:v>6.0613010482180301E-4</c:v>
                </c:pt>
                <c:pt idx="321">
                  <c:v>5.1629582389937098E-4</c:v>
                </c:pt>
                <c:pt idx="322">
                  <c:v>3.5113754297693897E-4</c:v>
                </c:pt>
                <c:pt idx="323">
                  <c:v>1.3191826205450699E-4</c:v>
                </c:pt>
                <c:pt idx="324">
                  <c:v>-1.05727018867925E-4</c:v>
                </c:pt>
                <c:pt idx="325">
                  <c:v>-3.2199529979035698E-4</c:v>
                </c:pt>
                <c:pt idx="326">
                  <c:v>-4.8416158071278801E-4</c:v>
                </c:pt>
                <c:pt idx="327">
                  <c:v>-5.7575646163522004E-4</c:v>
                </c:pt>
                <c:pt idx="328">
                  <c:v>-6.0113274255765197E-4</c:v>
                </c:pt>
                <c:pt idx="329">
                  <c:v>-5.8418922348008398E-4</c:v>
                </c:pt>
                <c:pt idx="330">
                  <c:v>-5.6167050440251597E-4</c:v>
                </c:pt>
                <c:pt idx="331">
                  <c:v>-5.7296018532494795E-4</c:v>
                </c:pt>
                <c:pt idx="332">
                  <c:v>-6.4924706624738002E-4</c:v>
                </c:pt>
                <c:pt idx="333">
                  <c:v>-8.0505854716981205E-4</c:v>
                </c:pt>
                <c:pt idx="334">
                  <c:v>-1.0344548280922399E-3</c:v>
                </c:pt>
                <c:pt idx="335">
                  <c:v>-1.3128501090146801E-3</c:v>
                </c:pt>
                <c:pt idx="336">
                  <c:v>-1.60391538993711E-3</c:v>
                </c:pt>
                <c:pt idx="337">
                  <c:v>-1.8695726708595399E-3</c:v>
                </c:pt>
                <c:pt idx="338">
                  <c:v>-2.0802969517819698E-3</c:v>
                </c:pt>
                <c:pt idx="339">
                  <c:v>-2.2229112327044002E-3</c:v>
                </c:pt>
                <c:pt idx="340">
                  <c:v>-2.3035955136268401E-3</c:v>
                </c:pt>
                <c:pt idx="341">
                  <c:v>-2.34545979454927E-3</c:v>
                </c:pt>
                <c:pt idx="342">
                  <c:v>-2.3813240754716998E-3</c:v>
                </c:pt>
                <c:pt idx="343">
                  <c:v>-2.4438583563941301E-3</c:v>
                </c:pt>
                <c:pt idx="344">
                  <c:v>-2.5558626373165601E-3</c:v>
                </c:pt>
                <c:pt idx="345">
                  <c:v>-2.7234169182389898E-3</c:v>
                </c:pt>
                <c:pt idx="346">
                  <c:v>-2.9337711991614299E-3</c:v>
                </c:pt>
                <c:pt idx="347">
                  <c:v>-3.1585754800838601E-3</c:v>
                </c:pt>
                <c:pt idx="348">
                  <c:v>-3.3614797610062898E-3</c:v>
                </c:pt>
                <c:pt idx="349">
                  <c:v>-3.5080240419287198E-3</c:v>
                </c:pt>
                <c:pt idx="350">
                  <c:v>-3.5751283228511498E-3</c:v>
                </c:pt>
                <c:pt idx="351">
                  <c:v>-3.5573126037735901E-3</c:v>
                </c:pt>
                <c:pt idx="352">
                  <c:v>-3.4681768846960199E-3</c:v>
                </c:pt>
                <c:pt idx="353">
                  <c:v>-3.3365811656184499E-3</c:v>
                </c:pt>
                <c:pt idx="354">
                  <c:v>-3.1986254465408799E-3</c:v>
                </c:pt>
                <c:pt idx="355">
                  <c:v>-3.0877697274633098E-3</c:v>
                </c:pt>
                <c:pt idx="356">
                  <c:v>-3.0257640083857398E-3</c:v>
                </c:pt>
                <c:pt idx="357">
                  <c:v>-3.0169082893081798E-3</c:v>
                </c:pt>
                <c:pt idx="358">
                  <c:v>-3.04724257023061E-3</c:v>
                </c:pt>
                <c:pt idx="359">
                  <c:v>-3.0888068511530399E-3</c:v>
                </c:pt>
                <c:pt idx="360">
                  <c:v>-3.1077811320754699E-3</c:v>
                </c:pt>
                <c:pt idx="361">
                  <c:v>-3.0740954129979E-3</c:v>
                </c:pt>
                <c:pt idx="362">
                  <c:v>-2.9699996939203401E-3</c:v>
                </c:pt>
                <c:pt idx="363">
                  <c:v>-2.79510397484277E-3</c:v>
                </c:pt>
                <c:pt idx="364">
                  <c:v>-2.5664982557652002E-3</c:v>
                </c:pt>
                <c:pt idx="365">
                  <c:v>-2.3140125366876299E-3</c:v>
                </c:pt>
                <c:pt idx="366">
                  <c:v>-2.0719368176100599E-3</c:v>
                </c:pt>
                <c:pt idx="367">
                  <c:v>-1.8697010985325E-3</c:v>
                </c:pt>
                <c:pt idx="368">
                  <c:v>-1.72395537945493E-3</c:v>
                </c:pt>
                <c:pt idx="369">
                  <c:v>-1.63449266037736E-3</c:v>
                </c:pt>
                <c:pt idx="370">
                  <c:v>-1.58498794129979E-3</c:v>
                </c:pt>
                <c:pt idx="371">
                  <c:v>-1.5483682222222201E-3</c:v>
                </c:pt>
                <c:pt idx="372">
                  <c:v>-1.4952835031446501E-3</c:v>
                </c:pt>
                <c:pt idx="373">
                  <c:v>-1.4032347840670901E-3</c:v>
                </c:pt>
                <c:pt idx="374">
                  <c:v>-1.2637490649895201E-3</c:v>
                </c:pt>
                <c:pt idx="375">
                  <c:v>-1.0855133459119501E-3</c:v>
                </c:pt>
                <c:pt idx="376">
                  <c:v>-8.9251962683438196E-4</c:v>
                </c:pt>
                <c:pt idx="377">
                  <c:v>-7.1769730775681395E-4</c:v>
                </c:pt>
                <c:pt idx="378">
                  <c:v>-5.9379118867924604E-4</c:v>
                </c:pt>
                <c:pt idx="379">
                  <c:v>-5.4402446960167801E-4</c:v>
                </c:pt>
                <c:pt idx="380">
                  <c:v>-5.7518775052410901E-4</c:v>
                </c:pt>
                <c:pt idx="381">
                  <c:v>-6.7511003144654104E-4</c:v>
                </c:pt>
                <c:pt idx="382">
                  <c:v>-8.1527571236897302E-4</c:v>
                </c:pt>
                <c:pt idx="383">
                  <c:v>-9.57937593291405E-4</c:v>
                </c:pt>
                <c:pt idx="384">
                  <c:v>-1.06583087421384E-3</c:v>
                </c:pt>
                <c:pt idx="385">
                  <c:v>-1.1118541551362699E-3</c:v>
                </c:pt>
                <c:pt idx="386">
                  <c:v>-1.0860734360586999E-3</c:v>
                </c:pt>
                <c:pt idx="387">
                  <c:v>-9.9812871698113292E-4</c:v>
                </c:pt>
                <c:pt idx="388">
                  <c:v>-8.7435999790356404E-4</c:v>
                </c:pt>
                <c:pt idx="389">
                  <c:v>-7.5046827882599605E-4</c:v>
                </c:pt>
                <c:pt idx="390">
                  <c:v>-6.6171955974842801E-4</c:v>
                </c:pt>
                <c:pt idx="391">
                  <c:v>-6.3340554067086005E-4</c:v>
                </c:pt>
                <c:pt idx="392">
                  <c:v>-6.7414822159329196E-4</c:v>
                </c:pt>
                <c:pt idx="393">
                  <c:v>-7.7386480251572399E-4</c:v>
                </c:pt>
                <c:pt idx="394">
                  <c:v>-9.0690468343815496E-4</c:v>
                </c:pt>
                <c:pt idx="395">
                  <c:v>-1.03945796436059E-3</c:v>
                </c:pt>
                <c:pt idx="396">
                  <c:v>-1.13917124528302E-3</c:v>
                </c:pt>
                <c:pt idx="397">
                  <c:v>-1.1843015262054501E-3</c:v>
                </c:pt>
                <c:pt idx="398">
                  <c:v>-1.1698758071278801E-3</c:v>
                </c:pt>
                <c:pt idx="399">
                  <c:v>-1.10916408805031E-3</c:v>
                </c:pt>
                <c:pt idx="400">
                  <c:v>-1.0300883689727501E-3</c:v>
                </c:pt>
                <c:pt idx="401">
                  <c:v>-9.6760164989517902E-4</c:v>
                </c:pt>
                <c:pt idx="402">
                  <c:v>-9.5419993081761003E-4</c:v>
                </c:pt>
                <c:pt idx="403">
                  <c:v>-1.0112252117400399E-3</c:v>
                </c:pt>
                <c:pt idx="404">
                  <c:v>-1.14335649266247E-3</c:v>
                </c:pt>
                <c:pt idx="405">
                  <c:v>-1.3377897735849099E-3</c:v>
                </c:pt>
                <c:pt idx="406">
                  <c:v>-1.56827805450734E-3</c:v>
                </c:pt>
                <c:pt idx="407">
                  <c:v>-1.80286233542977E-3</c:v>
                </c:pt>
                <c:pt idx="408">
                  <c:v>-2.0130666163522002E-3</c:v>
                </c:pt>
                <c:pt idx="409">
                  <c:v>-2.1820308972746302E-3</c:v>
                </c:pt>
                <c:pt idx="410">
                  <c:v>-2.3092351781970701E-3</c:v>
                </c:pt>
                <c:pt idx="411">
                  <c:v>-2.4104694591194999E-3</c:v>
                </c:pt>
                <c:pt idx="412">
                  <c:v>-2.5131537400419298E-3</c:v>
                </c:pt>
                <c:pt idx="413">
                  <c:v>-2.64835802096436E-3</c:v>
                </c:pt>
                <c:pt idx="414">
                  <c:v>-2.8417023018867901E-3</c:v>
                </c:pt>
                <c:pt idx="415">
                  <c:v>-3.1058465828092199E-3</c:v>
                </c:pt>
                <c:pt idx="416">
                  <c:v>-3.43655086373166E-3</c:v>
                </c:pt>
                <c:pt idx="417">
                  <c:v>-3.8135451446540901E-3</c:v>
                </c:pt>
                <c:pt idx="418">
                  <c:v>-4.20577942557652E-3</c:v>
                </c:pt>
                <c:pt idx="419">
                  <c:v>-4.5796937064989498E-3</c:v>
                </c:pt>
                <c:pt idx="420">
                  <c:v>-4.9080679874213802E-3</c:v>
                </c:pt>
                <c:pt idx="421">
                  <c:v>-5.17705226834382E-3</c:v>
                </c:pt>
                <c:pt idx="422">
                  <c:v>-5.38924654926625E-3</c:v>
                </c:pt>
                <c:pt idx="423">
                  <c:v>-5.56216083018868E-3</c:v>
                </c:pt>
                <c:pt idx="424">
                  <c:v>-5.7224051111111097E-3</c:v>
                </c:pt>
                <c:pt idx="425">
                  <c:v>-5.8973993920335404E-3</c:v>
                </c:pt>
                <c:pt idx="426">
                  <c:v>-6.1069736729559799E-3</c:v>
                </c:pt>
                <c:pt idx="427">
                  <c:v>-6.3572979538784099E-3</c:v>
                </c:pt>
                <c:pt idx="428">
                  <c:v>-6.6389522348008403E-3</c:v>
                </c:pt>
                <c:pt idx="429">
                  <c:v>-6.9295865157232702E-3</c:v>
                </c:pt>
                <c:pt idx="430">
                  <c:v>-7.2004707966457004E-3</c:v>
                </c:pt>
                <c:pt idx="431">
                  <c:v>-7.4249550775681399E-3</c:v>
                </c:pt>
                <c:pt idx="432">
                  <c:v>-7.5864693584905699E-3</c:v>
                </c:pt>
                <c:pt idx="433">
                  <c:v>-7.6835736394129999E-3</c:v>
                </c:pt>
                <c:pt idx="434">
                  <c:v>-7.7306079203354298E-3</c:v>
                </c:pt>
                <c:pt idx="435">
                  <c:v>-7.7536922012578597E-3</c:v>
                </c:pt>
                <c:pt idx="436">
                  <c:v>-7.7832264821802903E-3</c:v>
                </c:pt>
                <c:pt idx="437">
                  <c:v>-7.8449007631027304E-3</c:v>
                </c:pt>
                <c:pt idx="438">
                  <c:v>-7.9519950440251602E-3</c:v>
                </c:pt>
                <c:pt idx="439">
                  <c:v>-8.1011693249475897E-3</c:v>
                </c:pt>
                <c:pt idx="440">
                  <c:v>-8.2730036058700201E-3</c:v>
                </c:pt>
                <c:pt idx="441">
                  <c:v>-8.4371978867924507E-3</c:v>
                </c:pt>
                <c:pt idx="442">
                  <c:v>-8.5610321677148903E-3</c:v>
                </c:pt>
                <c:pt idx="443">
                  <c:v>-8.6187164486373202E-3</c:v>
                </c:pt>
                <c:pt idx="444">
                  <c:v>-8.5988507295597493E-3</c:v>
                </c:pt>
                <c:pt idx="445">
                  <c:v>-8.5078950104821808E-3</c:v>
                </c:pt>
                <c:pt idx="446">
                  <c:v>-8.3685192914046101E-3</c:v>
                </c:pt>
                <c:pt idx="447">
                  <c:v>-8.2133235723270501E-3</c:v>
                </c:pt>
                <c:pt idx="448">
                  <c:v>-8.0756778532494796E-3</c:v>
                </c:pt>
                <c:pt idx="449">
                  <c:v>-7.9803021341719096E-3</c:v>
                </c:pt>
                <c:pt idx="450">
                  <c:v>-7.9363464150943395E-3</c:v>
                </c:pt>
                <c:pt idx="451">
                  <c:v>-7.9350106960167695E-3</c:v>
                </c:pt>
                <c:pt idx="452">
                  <c:v>-7.9522649769392002E-3</c:v>
                </c:pt>
                <c:pt idx="453">
                  <c:v>-7.9560992578616395E-3</c:v>
                </c:pt>
                <c:pt idx="454">
                  <c:v>-7.91584353878407E-3</c:v>
                </c:pt>
                <c:pt idx="455">
                  <c:v>-7.8109778197064999E-3</c:v>
                </c:pt>
                <c:pt idx="456">
                  <c:v>-7.6366721006289303E-3</c:v>
                </c:pt>
                <c:pt idx="457">
                  <c:v>-7.4043163815513601E-3</c:v>
                </c:pt>
                <c:pt idx="458">
                  <c:v>-7.1368806624737902E-3</c:v>
                </c:pt>
                <c:pt idx="459">
                  <c:v>-6.8605749433962304E-3</c:v>
                </c:pt>
                <c:pt idx="460">
                  <c:v>-6.5955392243186601E-3</c:v>
                </c:pt>
                <c:pt idx="461">
                  <c:v>-6.3486335052410896E-3</c:v>
                </c:pt>
                <c:pt idx="462">
                  <c:v>-6.1110177861635204E-3</c:v>
                </c:pt>
                <c:pt idx="463">
                  <c:v>-5.8616120670859501E-3</c:v>
                </c:pt>
                <c:pt idx="464">
                  <c:v>-5.5757963480083904E-3</c:v>
                </c:pt>
                <c:pt idx="465">
                  <c:v>-5.2366706289308203E-3</c:v>
                </c:pt>
                <c:pt idx="466">
                  <c:v>-4.8452049098532497E-3</c:v>
                </c:pt>
                <c:pt idx="467">
                  <c:v>-4.4251691907756796E-3</c:v>
                </c:pt>
                <c:pt idx="468">
                  <c:v>-4.01994347169811E-3</c:v>
                </c:pt>
                <c:pt idx="469">
                  <c:v>-3.6802377526205499E-3</c:v>
                </c:pt>
                <c:pt idx="470">
                  <c:v>-3.44456203354298E-3</c:v>
                </c:pt>
                <c:pt idx="471">
                  <c:v>-3.31624631446541E-3</c:v>
                </c:pt>
                <c:pt idx="472">
                  <c:v>-3.2428005953878398E-3</c:v>
                </c:pt>
                <c:pt idx="473">
                  <c:v>-3.1031048763102702E-3</c:v>
                </c:pt>
                <c:pt idx="474">
                  <c:v>-2.7069191572326999E-3</c:v>
                </c:pt>
                <c:pt idx="475">
                  <c:v>-1.8085534381551401E-3</c:v>
                </c:pt>
                <c:pt idx="476">
                  <c:v>-1.3314971907756799E-4</c:v>
                </c:pt>
                <c:pt idx="477">
                  <c:v>2.5891780000000001E-3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2-4D9D-8CBE-7352FA7CC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6463199"/>
        <c:axId val="1656453119"/>
      </c:lineChart>
      <c:catAx>
        <c:axId val="16564631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crossAx val="1656453119"/>
        <c:crosses val="autoZero"/>
        <c:auto val="1"/>
        <c:lblAlgn val="ctr"/>
        <c:lblOffset val="100"/>
        <c:noMultiLvlLbl val="0"/>
      </c:catAx>
      <c:valAx>
        <c:axId val="16564531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</a:t>
                </a:r>
                <a:r>
                  <a:rPr lang="en-CA" baseline="0" dirty="0"/>
                  <a:t> (mL/s)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A"/>
            </a:p>
          </c:txPr>
        </c:title>
        <c:numFmt formatCode="General" sourceLinked="1"/>
        <c:majorTickMark val="out"/>
        <c:minorTickMark val="none"/>
        <c:tickLblPos val="nextTo"/>
        <c:crossAx val="165646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Sheet1!$A$2:$A$479</c:f>
              <c:numCache>
                <c:formatCode>General</c:formatCode>
                <c:ptCount val="478"/>
                <c:pt idx="0">
                  <c:v>0</c:v>
                </c:pt>
                <c:pt idx="1">
                  <c:v>2.0020964360587001E-3</c:v>
                </c:pt>
                <c:pt idx="2">
                  <c:v>4.0041928721174002E-3</c:v>
                </c:pt>
                <c:pt idx="3">
                  <c:v>6.0062893081761007E-3</c:v>
                </c:pt>
                <c:pt idx="4">
                  <c:v>8.0083857442348003E-3</c:v>
                </c:pt>
                <c:pt idx="5">
                  <c:v>1.00104821802935E-2</c:v>
                </c:pt>
                <c:pt idx="6">
                  <c:v>1.20125786163522E-2</c:v>
                </c:pt>
                <c:pt idx="7">
                  <c:v>1.4014675052410899E-2</c:v>
                </c:pt>
                <c:pt idx="8">
                  <c:v>1.6016771488469601E-2</c:v>
                </c:pt>
                <c:pt idx="9">
                  <c:v>1.8018867924528299E-2</c:v>
                </c:pt>
                <c:pt idx="10">
                  <c:v>2.0020964360587E-2</c:v>
                </c:pt>
                <c:pt idx="11">
                  <c:v>2.2023060796645701E-2</c:v>
                </c:pt>
                <c:pt idx="12">
                  <c:v>2.4025157232704399E-2</c:v>
                </c:pt>
                <c:pt idx="13">
                  <c:v>2.6027253668763101E-2</c:v>
                </c:pt>
                <c:pt idx="14">
                  <c:v>2.8029350104821799E-2</c:v>
                </c:pt>
                <c:pt idx="15">
                  <c:v>3.00314465408805E-2</c:v>
                </c:pt>
                <c:pt idx="16">
                  <c:v>3.2033542976939201E-2</c:v>
                </c:pt>
                <c:pt idx="17">
                  <c:v>3.4035639412997899E-2</c:v>
                </c:pt>
                <c:pt idx="18">
                  <c:v>3.6037735849056597E-2</c:v>
                </c:pt>
                <c:pt idx="19">
                  <c:v>3.8039832285115302E-2</c:v>
                </c:pt>
                <c:pt idx="20">
                  <c:v>4.0041928721174E-2</c:v>
                </c:pt>
                <c:pt idx="21">
                  <c:v>4.2044025157232698E-2</c:v>
                </c:pt>
                <c:pt idx="22">
                  <c:v>4.4046121593291403E-2</c:v>
                </c:pt>
                <c:pt idx="23">
                  <c:v>4.6048218029350101E-2</c:v>
                </c:pt>
                <c:pt idx="24">
                  <c:v>4.8050314465408812E-2</c:v>
                </c:pt>
                <c:pt idx="25">
                  <c:v>5.0052410901467503E-2</c:v>
                </c:pt>
                <c:pt idx="26">
                  <c:v>5.2054507337526201E-2</c:v>
                </c:pt>
                <c:pt idx="27">
                  <c:v>5.4056603773584899E-2</c:v>
                </c:pt>
                <c:pt idx="28">
                  <c:v>5.6058700209643597E-2</c:v>
                </c:pt>
                <c:pt idx="29">
                  <c:v>5.8060796645702302E-2</c:v>
                </c:pt>
                <c:pt idx="30">
                  <c:v>6.0062893081761E-2</c:v>
                </c:pt>
                <c:pt idx="31">
                  <c:v>6.2064989517819698E-2</c:v>
                </c:pt>
                <c:pt idx="32">
                  <c:v>6.4067085953878403E-2</c:v>
                </c:pt>
                <c:pt idx="33">
                  <c:v>6.6069182389937101E-2</c:v>
                </c:pt>
                <c:pt idx="34">
                  <c:v>6.8071278825995798E-2</c:v>
                </c:pt>
                <c:pt idx="35">
                  <c:v>7.0073375262054496E-2</c:v>
                </c:pt>
                <c:pt idx="36">
                  <c:v>7.2075471698113208E-2</c:v>
                </c:pt>
                <c:pt idx="37">
                  <c:v>7.4077568134171906E-2</c:v>
                </c:pt>
                <c:pt idx="38">
                  <c:v>7.6079664570230604E-2</c:v>
                </c:pt>
                <c:pt idx="39">
                  <c:v>7.8081761006289302E-2</c:v>
                </c:pt>
                <c:pt idx="40">
                  <c:v>8.0083857442348E-2</c:v>
                </c:pt>
                <c:pt idx="41">
                  <c:v>8.2085953878406698E-2</c:v>
                </c:pt>
                <c:pt idx="42">
                  <c:v>8.408805031446541E-2</c:v>
                </c:pt>
                <c:pt idx="43">
                  <c:v>8.6090146750524107E-2</c:v>
                </c:pt>
                <c:pt idx="44">
                  <c:v>8.8092243186582805E-2</c:v>
                </c:pt>
                <c:pt idx="45">
                  <c:v>9.0094339622641503E-2</c:v>
                </c:pt>
                <c:pt idx="46">
                  <c:v>9.2096436058700201E-2</c:v>
                </c:pt>
                <c:pt idx="47">
                  <c:v>9.4098532494758899E-2</c:v>
                </c:pt>
                <c:pt idx="48">
                  <c:v>9.6100628930817611E-2</c:v>
                </c:pt>
                <c:pt idx="49">
                  <c:v>9.8102725366876309E-2</c:v>
                </c:pt>
                <c:pt idx="50">
                  <c:v>0.10010482180293501</c:v>
                </c:pt>
                <c:pt idx="51">
                  <c:v>0.1021069182389937</c:v>
                </c:pt>
                <c:pt idx="52">
                  <c:v>0.1041090146750524</c:v>
                </c:pt>
                <c:pt idx="53">
                  <c:v>0.1061111111111111</c:v>
                </c:pt>
                <c:pt idx="54">
                  <c:v>0.1081132075471698</c:v>
                </c:pt>
                <c:pt idx="55">
                  <c:v>0.1101153039832285</c:v>
                </c:pt>
                <c:pt idx="56">
                  <c:v>0.11211740041928719</c:v>
                </c:pt>
                <c:pt idx="57">
                  <c:v>0.11411949685534591</c:v>
                </c:pt>
                <c:pt idx="58">
                  <c:v>0.1161215932914046</c:v>
                </c:pt>
                <c:pt idx="59">
                  <c:v>0.1181236897274633</c:v>
                </c:pt>
                <c:pt idx="60">
                  <c:v>0.120125786163522</c:v>
                </c:pt>
                <c:pt idx="61">
                  <c:v>0.1221278825995807</c:v>
                </c:pt>
                <c:pt idx="62">
                  <c:v>0.1241299790356394</c:v>
                </c:pt>
                <c:pt idx="63">
                  <c:v>0.12613207547169811</c:v>
                </c:pt>
                <c:pt idx="64">
                  <c:v>0.12813417190775681</c:v>
                </c:pt>
                <c:pt idx="65">
                  <c:v>0.1301362683438155</c:v>
                </c:pt>
                <c:pt idx="66">
                  <c:v>0.1321383647798742</c:v>
                </c:pt>
                <c:pt idx="67">
                  <c:v>0.1341404612159329</c:v>
                </c:pt>
                <c:pt idx="68">
                  <c:v>0.1361425576519916</c:v>
                </c:pt>
                <c:pt idx="69">
                  <c:v>0.13814465408805029</c:v>
                </c:pt>
                <c:pt idx="70">
                  <c:v>0.14014675052410899</c:v>
                </c:pt>
                <c:pt idx="71">
                  <c:v>0.14214884696016769</c:v>
                </c:pt>
                <c:pt idx="72">
                  <c:v>0.14415094339622639</c:v>
                </c:pt>
                <c:pt idx="73">
                  <c:v>0.14615303983228509</c:v>
                </c:pt>
                <c:pt idx="74">
                  <c:v>0.14815513626834381</c:v>
                </c:pt>
                <c:pt idx="75">
                  <c:v>0.15015723270440251</c:v>
                </c:pt>
                <c:pt idx="76">
                  <c:v>0.15215932914046121</c:v>
                </c:pt>
                <c:pt idx="77">
                  <c:v>0.15416142557651991</c:v>
                </c:pt>
                <c:pt idx="78">
                  <c:v>0.1561635220125786</c:v>
                </c:pt>
                <c:pt idx="79">
                  <c:v>0.1581656184486373</c:v>
                </c:pt>
                <c:pt idx="80">
                  <c:v>0.160167714884696</c:v>
                </c:pt>
                <c:pt idx="81">
                  <c:v>0.1621698113207547</c:v>
                </c:pt>
                <c:pt idx="82">
                  <c:v>0.1641719077568134</c:v>
                </c:pt>
                <c:pt idx="83">
                  <c:v>0.16617400419287209</c:v>
                </c:pt>
                <c:pt idx="84">
                  <c:v>0.16817610062893079</c:v>
                </c:pt>
                <c:pt idx="85">
                  <c:v>0.17017819706498949</c:v>
                </c:pt>
                <c:pt idx="86">
                  <c:v>0.17218029350104819</c:v>
                </c:pt>
                <c:pt idx="87">
                  <c:v>0.17418238993710691</c:v>
                </c:pt>
                <c:pt idx="88">
                  <c:v>0.17618448637316561</c:v>
                </c:pt>
                <c:pt idx="89">
                  <c:v>0.17818658280922431</c:v>
                </c:pt>
                <c:pt idx="90">
                  <c:v>0.18018867924528301</c:v>
                </c:pt>
                <c:pt idx="91">
                  <c:v>0.1821907756813417</c:v>
                </c:pt>
                <c:pt idx="92">
                  <c:v>0.1841928721174004</c:v>
                </c:pt>
                <c:pt idx="93">
                  <c:v>0.1861949685534591</c:v>
                </c:pt>
                <c:pt idx="94">
                  <c:v>0.1881970649895178</c:v>
                </c:pt>
                <c:pt idx="95">
                  <c:v>0.1901991614255765</c:v>
                </c:pt>
                <c:pt idx="96">
                  <c:v>0.19220125786163519</c:v>
                </c:pt>
                <c:pt idx="97">
                  <c:v>0.19420335429769389</c:v>
                </c:pt>
                <c:pt idx="98">
                  <c:v>0.19620545073375259</c:v>
                </c:pt>
                <c:pt idx="99">
                  <c:v>0.19820754716981129</c:v>
                </c:pt>
                <c:pt idx="100">
                  <c:v>0.20020964360587001</c:v>
                </c:pt>
                <c:pt idx="101">
                  <c:v>0.20221174004192871</c:v>
                </c:pt>
                <c:pt idx="102">
                  <c:v>0.20421383647798741</c:v>
                </c:pt>
                <c:pt idx="103">
                  <c:v>0.20621593291404611</c:v>
                </c:pt>
                <c:pt idx="104">
                  <c:v>0.20821802935010481</c:v>
                </c:pt>
                <c:pt idx="105">
                  <c:v>0.2102201257861635</c:v>
                </c:pt>
                <c:pt idx="106">
                  <c:v>0.2122222222222222</c:v>
                </c:pt>
                <c:pt idx="107">
                  <c:v>0.2142243186582809</c:v>
                </c:pt>
                <c:pt idx="108">
                  <c:v>0.2162264150943396</c:v>
                </c:pt>
                <c:pt idx="109">
                  <c:v>0.21822851153039829</c:v>
                </c:pt>
                <c:pt idx="110">
                  <c:v>0.22023060796645699</c:v>
                </c:pt>
                <c:pt idx="111">
                  <c:v>0.22223270440251569</c:v>
                </c:pt>
                <c:pt idx="112">
                  <c:v>0.22423480083857439</c:v>
                </c:pt>
                <c:pt idx="113">
                  <c:v>0.22623689727463309</c:v>
                </c:pt>
                <c:pt idx="114">
                  <c:v>0.22823899371069181</c:v>
                </c:pt>
                <c:pt idx="115">
                  <c:v>0.23024109014675051</c:v>
                </c:pt>
                <c:pt idx="116">
                  <c:v>0.23224318658280921</c:v>
                </c:pt>
                <c:pt idx="117">
                  <c:v>0.23424528301886791</c:v>
                </c:pt>
                <c:pt idx="118">
                  <c:v>0.2362473794549266</c:v>
                </c:pt>
                <c:pt idx="119">
                  <c:v>0.2382494758909853</c:v>
                </c:pt>
                <c:pt idx="120">
                  <c:v>0.240251572327044</c:v>
                </c:pt>
                <c:pt idx="121">
                  <c:v>0.2422536687631027</c:v>
                </c:pt>
                <c:pt idx="122">
                  <c:v>0.2442557651991614</c:v>
                </c:pt>
                <c:pt idx="123">
                  <c:v>0.24625786163522009</c:v>
                </c:pt>
                <c:pt idx="124">
                  <c:v>0.24825995807127879</c:v>
                </c:pt>
                <c:pt idx="125">
                  <c:v>0.25026205450733752</c:v>
                </c:pt>
                <c:pt idx="126">
                  <c:v>0.25226415094339621</c:v>
                </c:pt>
                <c:pt idx="127">
                  <c:v>0.25426624737945491</c:v>
                </c:pt>
                <c:pt idx="128">
                  <c:v>0.25626834381551361</c:v>
                </c:pt>
                <c:pt idx="129">
                  <c:v>0.25827044025157231</c:v>
                </c:pt>
                <c:pt idx="130">
                  <c:v>0.26027253668763101</c:v>
                </c:pt>
                <c:pt idx="131">
                  <c:v>0.2622746331236897</c:v>
                </c:pt>
                <c:pt idx="132">
                  <c:v>0.2642767295597484</c:v>
                </c:pt>
                <c:pt idx="133">
                  <c:v>0.2662788259958071</c:v>
                </c:pt>
                <c:pt idx="134">
                  <c:v>0.2682809224318658</c:v>
                </c:pt>
                <c:pt idx="135">
                  <c:v>0.2702830188679245</c:v>
                </c:pt>
                <c:pt idx="136">
                  <c:v>0.27228511530398319</c:v>
                </c:pt>
                <c:pt idx="137">
                  <c:v>0.27428721174004189</c:v>
                </c:pt>
                <c:pt idx="138">
                  <c:v>0.27628930817610059</c:v>
                </c:pt>
                <c:pt idx="139">
                  <c:v>0.27829140461215929</c:v>
                </c:pt>
                <c:pt idx="140">
                  <c:v>0.28029350104821799</c:v>
                </c:pt>
                <c:pt idx="141">
                  <c:v>0.28229559748427668</c:v>
                </c:pt>
                <c:pt idx="142">
                  <c:v>0.28429769392033538</c:v>
                </c:pt>
                <c:pt idx="143">
                  <c:v>0.28629979035639408</c:v>
                </c:pt>
                <c:pt idx="144">
                  <c:v>0.28830188679245278</c:v>
                </c:pt>
                <c:pt idx="145">
                  <c:v>0.29030398322851148</c:v>
                </c:pt>
                <c:pt idx="146">
                  <c:v>0.29230607966457017</c:v>
                </c:pt>
                <c:pt idx="147">
                  <c:v>0.29430817610062893</c:v>
                </c:pt>
                <c:pt idx="148">
                  <c:v>0.29631027253668762</c:v>
                </c:pt>
                <c:pt idx="149">
                  <c:v>0.29831236897274632</c:v>
                </c:pt>
                <c:pt idx="150">
                  <c:v>0.30031446540880502</c:v>
                </c:pt>
                <c:pt idx="151">
                  <c:v>0.30231656184486372</c:v>
                </c:pt>
                <c:pt idx="152">
                  <c:v>0.30431865828092242</c:v>
                </c:pt>
                <c:pt idx="153">
                  <c:v>0.30632075471698111</c:v>
                </c:pt>
                <c:pt idx="154">
                  <c:v>0.30832285115303981</c:v>
                </c:pt>
                <c:pt idx="155">
                  <c:v>0.31032494758909851</c:v>
                </c:pt>
                <c:pt idx="156">
                  <c:v>0.31232704402515721</c:v>
                </c:pt>
                <c:pt idx="157">
                  <c:v>0.31432914046121591</c:v>
                </c:pt>
                <c:pt idx="158">
                  <c:v>0.3163312368972746</c:v>
                </c:pt>
                <c:pt idx="159">
                  <c:v>0.3183333333333333</c:v>
                </c:pt>
                <c:pt idx="160">
                  <c:v>0.320335429769392</c:v>
                </c:pt>
                <c:pt idx="161">
                  <c:v>0.3223375262054507</c:v>
                </c:pt>
                <c:pt idx="162">
                  <c:v>0.3243396226415094</c:v>
                </c:pt>
                <c:pt idx="163">
                  <c:v>0.32634171907756809</c:v>
                </c:pt>
                <c:pt idx="164">
                  <c:v>0.32834381551362679</c:v>
                </c:pt>
                <c:pt idx="165">
                  <c:v>0.33034591194968549</c:v>
                </c:pt>
                <c:pt idx="166">
                  <c:v>0.33234800838574419</c:v>
                </c:pt>
                <c:pt idx="167">
                  <c:v>0.33435010482180288</c:v>
                </c:pt>
                <c:pt idx="168">
                  <c:v>0.33635220125786158</c:v>
                </c:pt>
                <c:pt idx="169">
                  <c:v>0.33835429769392028</c:v>
                </c:pt>
                <c:pt idx="170">
                  <c:v>0.34035639412997898</c:v>
                </c:pt>
                <c:pt idx="171">
                  <c:v>0.34235849056603768</c:v>
                </c:pt>
                <c:pt idx="172">
                  <c:v>0.34436058700209637</c:v>
                </c:pt>
                <c:pt idx="173">
                  <c:v>0.34636268343815507</c:v>
                </c:pt>
                <c:pt idx="174">
                  <c:v>0.34836477987421383</c:v>
                </c:pt>
                <c:pt idx="175">
                  <c:v>0.35036687631027252</c:v>
                </c:pt>
                <c:pt idx="176">
                  <c:v>0.35236897274633122</c:v>
                </c:pt>
                <c:pt idx="177">
                  <c:v>0.35437106918238992</c:v>
                </c:pt>
                <c:pt idx="178">
                  <c:v>0.35637316561844862</c:v>
                </c:pt>
                <c:pt idx="179">
                  <c:v>0.35837526205450732</c:v>
                </c:pt>
                <c:pt idx="180">
                  <c:v>0.36037735849056601</c:v>
                </c:pt>
                <c:pt idx="181">
                  <c:v>0.36237945492662471</c:v>
                </c:pt>
                <c:pt idx="182">
                  <c:v>0.36438155136268341</c:v>
                </c:pt>
                <c:pt idx="183">
                  <c:v>0.36638364779874211</c:v>
                </c:pt>
                <c:pt idx="184">
                  <c:v>0.3683857442348008</c:v>
                </c:pt>
                <c:pt idx="185">
                  <c:v>0.3703878406708595</c:v>
                </c:pt>
                <c:pt idx="186">
                  <c:v>0.3723899371069182</c:v>
                </c:pt>
                <c:pt idx="187">
                  <c:v>0.3743920335429769</c:v>
                </c:pt>
                <c:pt idx="188">
                  <c:v>0.3763941299790356</c:v>
                </c:pt>
                <c:pt idx="189">
                  <c:v>0.37839622641509429</c:v>
                </c:pt>
                <c:pt idx="190">
                  <c:v>0.38039832285115299</c:v>
                </c:pt>
                <c:pt idx="191">
                  <c:v>0.38240041928721169</c:v>
                </c:pt>
                <c:pt idx="192">
                  <c:v>0.38440251572327039</c:v>
                </c:pt>
                <c:pt idx="193">
                  <c:v>0.38640461215932909</c:v>
                </c:pt>
                <c:pt idx="194">
                  <c:v>0.38840670859538778</c:v>
                </c:pt>
                <c:pt idx="195">
                  <c:v>0.39040880503144648</c:v>
                </c:pt>
                <c:pt idx="196">
                  <c:v>0.39241090146750518</c:v>
                </c:pt>
                <c:pt idx="197">
                  <c:v>0.39441299790356388</c:v>
                </c:pt>
                <c:pt idx="198">
                  <c:v>0.39641509433962258</c:v>
                </c:pt>
                <c:pt idx="199">
                  <c:v>0.39841719077568127</c:v>
                </c:pt>
                <c:pt idx="200">
                  <c:v>0.40041928721174003</c:v>
                </c:pt>
                <c:pt idx="201">
                  <c:v>0.40242138364779872</c:v>
                </c:pt>
                <c:pt idx="202">
                  <c:v>0.40442348008385742</c:v>
                </c:pt>
                <c:pt idx="203">
                  <c:v>0.40642557651991612</c:v>
                </c:pt>
                <c:pt idx="204">
                  <c:v>0.40842767295597482</c:v>
                </c:pt>
                <c:pt idx="205">
                  <c:v>0.41042976939203352</c:v>
                </c:pt>
                <c:pt idx="206">
                  <c:v>0.41243186582809221</c:v>
                </c:pt>
                <c:pt idx="207">
                  <c:v>0.41443396226415091</c:v>
                </c:pt>
                <c:pt idx="208">
                  <c:v>0.41643605870020961</c:v>
                </c:pt>
                <c:pt idx="209">
                  <c:v>0.41843815513626831</c:v>
                </c:pt>
                <c:pt idx="210">
                  <c:v>0.42044025157232701</c:v>
                </c:pt>
                <c:pt idx="211">
                  <c:v>0.4224423480083857</c:v>
                </c:pt>
                <c:pt idx="212">
                  <c:v>0.4244444444444444</c:v>
                </c:pt>
                <c:pt idx="213">
                  <c:v>0.4264465408805031</c:v>
                </c:pt>
                <c:pt idx="214">
                  <c:v>0.4284486373165618</c:v>
                </c:pt>
                <c:pt idx="215">
                  <c:v>0.4304507337526205</c:v>
                </c:pt>
                <c:pt idx="216">
                  <c:v>0.43245283018867919</c:v>
                </c:pt>
                <c:pt idx="217">
                  <c:v>0.43445492662473789</c:v>
                </c:pt>
                <c:pt idx="218">
                  <c:v>0.43645702306079659</c:v>
                </c:pt>
                <c:pt idx="219">
                  <c:v>0.43845911949685529</c:v>
                </c:pt>
                <c:pt idx="220">
                  <c:v>0.44046121593291399</c:v>
                </c:pt>
                <c:pt idx="221">
                  <c:v>0.44246331236897268</c:v>
                </c:pt>
                <c:pt idx="222">
                  <c:v>0.44446540880503138</c:v>
                </c:pt>
                <c:pt idx="223">
                  <c:v>0.44646750524109008</c:v>
                </c:pt>
                <c:pt idx="224">
                  <c:v>0.44846960167714878</c:v>
                </c:pt>
                <c:pt idx="225">
                  <c:v>0.45047169811320747</c:v>
                </c:pt>
                <c:pt idx="226">
                  <c:v>0.45247379454926617</c:v>
                </c:pt>
                <c:pt idx="227">
                  <c:v>0.45447589098532493</c:v>
                </c:pt>
                <c:pt idx="228">
                  <c:v>0.45647798742138362</c:v>
                </c:pt>
                <c:pt idx="229">
                  <c:v>0.45848008385744232</c:v>
                </c:pt>
                <c:pt idx="230">
                  <c:v>0.46048218029350102</c:v>
                </c:pt>
                <c:pt idx="231">
                  <c:v>0.46248427672955972</c:v>
                </c:pt>
                <c:pt idx="232">
                  <c:v>0.46448637316561842</c:v>
                </c:pt>
                <c:pt idx="233">
                  <c:v>0.46648846960167711</c:v>
                </c:pt>
                <c:pt idx="234">
                  <c:v>0.46849056603773581</c:v>
                </c:pt>
                <c:pt idx="235">
                  <c:v>0.47049266247379451</c:v>
                </c:pt>
                <c:pt idx="236">
                  <c:v>0.47249475890985321</c:v>
                </c:pt>
                <c:pt idx="237">
                  <c:v>0.47449685534591191</c:v>
                </c:pt>
                <c:pt idx="238">
                  <c:v>0.4764989517819706</c:v>
                </c:pt>
                <c:pt idx="239">
                  <c:v>0.4785010482180293</c:v>
                </c:pt>
                <c:pt idx="240">
                  <c:v>0.480503144654088</c:v>
                </c:pt>
                <c:pt idx="241">
                  <c:v>0.4825052410901467</c:v>
                </c:pt>
                <c:pt idx="242">
                  <c:v>0.48450733752620539</c:v>
                </c:pt>
                <c:pt idx="243">
                  <c:v>0.48650943396226409</c:v>
                </c:pt>
                <c:pt idx="244">
                  <c:v>0.48851153039832279</c:v>
                </c:pt>
                <c:pt idx="245">
                  <c:v>0.49051362683438149</c:v>
                </c:pt>
                <c:pt idx="246">
                  <c:v>0.49251572327044019</c:v>
                </c:pt>
                <c:pt idx="247">
                  <c:v>0.49451781970649888</c:v>
                </c:pt>
                <c:pt idx="248">
                  <c:v>0.49651991614255758</c:v>
                </c:pt>
                <c:pt idx="249">
                  <c:v>0.49852201257861628</c:v>
                </c:pt>
                <c:pt idx="250">
                  <c:v>0.50052410901467503</c:v>
                </c:pt>
                <c:pt idx="251">
                  <c:v>0.50252620545073368</c:v>
                </c:pt>
                <c:pt idx="252">
                  <c:v>0.50452830188679243</c:v>
                </c:pt>
                <c:pt idx="253">
                  <c:v>0.50653039832285107</c:v>
                </c:pt>
                <c:pt idx="254">
                  <c:v>0.50853249475890983</c:v>
                </c:pt>
                <c:pt idx="255">
                  <c:v>0.51053459119496847</c:v>
                </c:pt>
                <c:pt idx="256">
                  <c:v>0.51253668763102722</c:v>
                </c:pt>
                <c:pt idx="257">
                  <c:v>0.51453878406708597</c:v>
                </c:pt>
                <c:pt idx="258">
                  <c:v>0.51654088050314462</c:v>
                </c:pt>
                <c:pt idx="259">
                  <c:v>0.51854297693920337</c:v>
                </c:pt>
                <c:pt idx="260">
                  <c:v>0.52054507337526201</c:v>
                </c:pt>
                <c:pt idx="261">
                  <c:v>0.52254716981132077</c:v>
                </c:pt>
                <c:pt idx="262">
                  <c:v>0.52454926624737941</c:v>
                </c:pt>
                <c:pt idx="263">
                  <c:v>0.52655136268343816</c:v>
                </c:pt>
                <c:pt idx="264">
                  <c:v>0.5285534591194968</c:v>
                </c:pt>
                <c:pt idx="265">
                  <c:v>0.53055555555555556</c:v>
                </c:pt>
                <c:pt idx="266">
                  <c:v>0.5325576519916142</c:v>
                </c:pt>
                <c:pt idx="267">
                  <c:v>0.53455974842767295</c:v>
                </c:pt>
                <c:pt idx="268">
                  <c:v>0.5365618448637316</c:v>
                </c:pt>
                <c:pt idx="269">
                  <c:v>0.53856394129979035</c:v>
                </c:pt>
                <c:pt idx="270">
                  <c:v>0.54056603773584899</c:v>
                </c:pt>
                <c:pt idx="271">
                  <c:v>0.54256813417190775</c:v>
                </c:pt>
                <c:pt idx="272">
                  <c:v>0.54457023060796639</c:v>
                </c:pt>
                <c:pt idx="273">
                  <c:v>0.54657232704402514</c:v>
                </c:pt>
                <c:pt idx="274">
                  <c:v>0.54857442348008378</c:v>
                </c:pt>
                <c:pt idx="275">
                  <c:v>0.55057651991614254</c:v>
                </c:pt>
                <c:pt idx="276">
                  <c:v>0.55257861635220118</c:v>
                </c:pt>
                <c:pt idx="277">
                  <c:v>0.55458071278825993</c:v>
                </c:pt>
                <c:pt idx="278">
                  <c:v>0.55658280922431858</c:v>
                </c:pt>
                <c:pt idx="279">
                  <c:v>0.55858490566037733</c:v>
                </c:pt>
                <c:pt idx="280">
                  <c:v>0.56058700209643597</c:v>
                </c:pt>
                <c:pt idx="281">
                  <c:v>0.56258909853249472</c:v>
                </c:pt>
                <c:pt idx="282">
                  <c:v>0.56459119496855348</c:v>
                </c:pt>
                <c:pt idx="283">
                  <c:v>0.56659329140461212</c:v>
                </c:pt>
                <c:pt idx="284">
                  <c:v>0.56859538784067087</c:v>
                </c:pt>
                <c:pt idx="285">
                  <c:v>0.57059748427672952</c:v>
                </c:pt>
                <c:pt idx="286">
                  <c:v>0.57259958071278827</c:v>
                </c:pt>
                <c:pt idx="287">
                  <c:v>0.57460167714884691</c:v>
                </c:pt>
                <c:pt idx="288">
                  <c:v>0.57660377358490567</c:v>
                </c:pt>
                <c:pt idx="289">
                  <c:v>0.57860587002096431</c:v>
                </c:pt>
                <c:pt idx="290">
                  <c:v>0.58060796645702306</c:v>
                </c:pt>
                <c:pt idx="291">
                  <c:v>0.5826100628930817</c:v>
                </c:pt>
                <c:pt idx="292">
                  <c:v>0.58461215932914046</c:v>
                </c:pt>
                <c:pt idx="293">
                  <c:v>0.5866142557651991</c:v>
                </c:pt>
                <c:pt idx="294">
                  <c:v>0.58861635220125785</c:v>
                </c:pt>
                <c:pt idx="295">
                  <c:v>0.5906184486373165</c:v>
                </c:pt>
                <c:pt idx="296">
                  <c:v>0.59262054507337525</c:v>
                </c:pt>
                <c:pt idx="297">
                  <c:v>0.59462264150943389</c:v>
                </c:pt>
                <c:pt idx="298">
                  <c:v>0.59662473794549264</c:v>
                </c:pt>
                <c:pt idx="299">
                  <c:v>0.59862683438155129</c:v>
                </c:pt>
                <c:pt idx="300">
                  <c:v>0.60062893081761004</c:v>
                </c:pt>
                <c:pt idx="301">
                  <c:v>0.60263102725366868</c:v>
                </c:pt>
                <c:pt idx="302">
                  <c:v>0.60463312368972744</c:v>
                </c:pt>
                <c:pt idx="303">
                  <c:v>0.60663522012578608</c:v>
                </c:pt>
                <c:pt idx="304">
                  <c:v>0.60863731656184483</c:v>
                </c:pt>
                <c:pt idx="305">
                  <c:v>0.61063941299790347</c:v>
                </c:pt>
                <c:pt idx="306">
                  <c:v>0.61264150943396223</c:v>
                </c:pt>
                <c:pt idx="307">
                  <c:v>0.61464360587002087</c:v>
                </c:pt>
                <c:pt idx="308">
                  <c:v>0.61664570230607962</c:v>
                </c:pt>
                <c:pt idx="309">
                  <c:v>0.61864779874213838</c:v>
                </c:pt>
                <c:pt idx="310">
                  <c:v>0.62064989517819702</c:v>
                </c:pt>
                <c:pt idx="311">
                  <c:v>0.62265199161425577</c:v>
                </c:pt>
                <c:pt idx="312">
                  <c:v>0.62465408805031442</c:v>
                </c:pt>
                <c:pt idx="313">
                  <c:v>0.62665618448637317</c:v>
                </c:pt>
                <c:pt idx="314">
                  <c:v>0.62865828092243181</c:v>
                </c:pt>
                <c:pt idx="315">
                  <c:v>0.63066037735849056</c:v>
                </c:pt>
                <c:pt idx="316">
                  <c:v>0.63266247379454921</c:v>
                </c:pt>
                <c:pt idx="317">
                  <c:v>0.63466457023060796</c:v>
                </c:pt>
                <c:pt idx="318">
                  <c:v>0.6366666666666666</c:v>
                </c:pt>
                <c:pt idx="319">
                  <c:v>0.63866876310272536</c:v>
                </c:pt>
                <c:pt idx="320">
                  <c:v>0.640670859538784</c:v>
                </c:pt>
                <c:pt idx="321">
                  <c:v>0.64267295597484275</c:v>
                </c:pt>
                <c:pt idx="322">
                  <c:v>0.64467505241090139</c:v>
                </c:pt>
                <c:pt idx="323">
                  <c:v>0.64667714884696015</c:v>
                </c:pt>
                <c:pt idx="324">
                  <c:v>0.64867924528301879</c:v>
                </c:pt>
                <c:pt idx="325">
                  <c:v>0.65068134171907754</c:v>
                </c:pt>
                <c:pt idx="326">
                  <c:v>0.65268343815513619</c:v>
                </c:pt>
                <c:pt idx="327">
                  <c:v>0.65468553459119494</c:v>
                </c:pt>
                <c:pt idx="328">
                  <c:v>0.65668763102725358</c:v>
                </c:pt>
                <c:pt idx="329">
                  <c:v>0.65868972746331234</c:v>
                </c:pt>
                <c:pt idx="330">
                  <c:v>0.66069182389937098</c:v>
                </c:pt>
                <c:pt idx="331">
                  <c:v>0.66269392033542973</c:v>
                </c:pt>
                <c:pt idx="332">
                  <c:v>0.66469601677148837</c:v>
                </c:pt>
                <c:pt idx="333">
                  <c:v>0.66669811320754713</c:v>
                </c:pt>
                <c:pt idx="334">
                  <c:v>0.66870020964360588</c:v>
                </c:pt>
                <c:pt idx="335">
                  <c:v>0.67070230607966452</c:v>
                </c:pt>
                <c:pt idx="336">
                  <c:v>0.67270440251572328</c:v>
                </c:pt>
                <c:pt idx="337">
                  <c:v>0.67470649895178192</c:v>
                </c:pt>
                <c:pt idx="338">
                  <c:v>0.67670859538784067</c:v>
                </c:pt>
                <c:pt idx="339">
                  <c:v>0.67871069182389931</c:v>
                </c:pt>
                <c:pt idx="340">
                  <c:v>0.68071278825995807</c:v>
                </c:pt>
                <c:pt idx="341">
                  <c:v>0.68271488469601671</c:v>
                </c:pt>
                <c:pt idx="342">
                  <c:v>0.68471698113207546</c:v>
                </c:pt>
                <c:pt idx="343">
                  <c:v>0.68671907756813411</c:v>
                </c:pt>
                <c:pt idx="344">
                  <c:v>0.68872117400419286</c:v>
                </c:pt>
                <c:pt idx="345">
                  <c:v>0.6907232704402515</c:v>
                </c:pt>
                <c:pt idx="346">
                  <c:v>0.69272536687631026</c:v>
                </c:pt>
                <c:pt idx="347">
                  <c:v>0.6947274633123689</c:v>
                </c:pt>
                <c:pt idx="348">
                  <c:v>0.69672955974842765</c:v>
                </c:pt>
                <c:pt idx="349">
                  <c:v>0.69873165618448629</c:v>
                </c:pt>
                <c:pt idx="350">
                  <c:v>0.70073375262054505</c:v>
                </c:pt>
                <c:pt idx="351">
                  <c:v>0.70273584905660369</c:v>
                </c:pt>
                <c:pt idx="352">
                  <c:v>0.70473794549266244</c:v>
                </c:pt>
                <c:pt idx="353">
                  <c:v>0.70674004192872109</c:v>
                </c:pt>
                <c:pt idx="354">
                  <c:v>0.70874213836477984</c:v>
                </c:pt>
                <c:pt idx="355">
                  <c:v>0.71074423480083848</c:v>
                </c:pt>
                <c:pt idx="356">
                  <c:v>0.71274633123689723</c:v>
                </c:pt>
                <c:pt idx="357">
                  <c:v>0.71474842767295588</c:v>
                </c:pt>
                <c:pt idx="358">
                  <c:v>0.71675052410901463</c:v>
                </c:pt>
                <c:pt idx="359">
                  <c:v>0.71875262054507338</c:v>
                </c:pt>
                <c:pt idx="360">
                  <c:v>0.72075471698113203</c:v>
                </c:pt>
                <c:pt idx="361">
                  <c:v>0.72275681341719078</c:v>
                </c:pt>
                <c:pt idx="362">
                  <c:v>0.72475890985324942</c:v>
                </c:pt>
                <c:pt idx="363">
                  <c:v>0.72676100628930818</c:v>
                </c:pt>
                <c:pt idx="364">
                  <c:v>0.72876310272536682</c:v>
                </c:pt>
                <c:pt idx="365">
                  <c:v>0.73076519916142557</c:v>
                </c:pt>
                <c:pt idx="366">
                  <c:v>0.73276729559748421</c:v>
                </c:pt>
                <c:pt idx="367">
                  <c:v>0.73476939203354297</c:v>
                </c:pt>
                <c:pt idx="368">
                  <c:v>0.73677148846960161</c:v>
                </c:pt>
                <c:pt idx="369">
                  <c:v>0.73877358490566036</c:v>
                </c:pt>
                <c:pt idx="370">
                  <c:v>0.74077568134171901</c:v>
                </c:pt>
                <c:pt idx="371">
                  <c:v>0.74277777777777776</c:v>
                </c:pt>
                <c:pt idx="372">
                  <c:v>0.7447798742138364</c:v>
                </c:pt>
                <c:pt idx="373">
                  <c:v>0.74678197064989515</c:v>
                </c:pt>
                <c:pt idx="374">
                  <c:v>0.7487840670859538</c:v>
                </c:pt>
                <c:pt idx="375">
                  <c:v>0.75078616352201255</c:v>
                </c:pt>
                <c:pt idx="376">
                  <c:v>0.75278825995807119</c:v>
                </c:pt>
                <c:pt idx="377">
                  <c:v>0.75479035639412995</c:v>
                </c:pt>
                <c:pt idx="378">
                  <c:v>0.75679245283018859</c:v>
                </c:pt>
                <c:pt idx="379">
                  <c:v>0.75879454926624734</c:v>
                </c:pt>
                <c:pt idx="380">
                  <c:v>0.76079664570230598</c:v>
                </c:pt>
                <c:pt idx="381">
                  <c:v>0.76279874213836474</c:v>
                </c:pt>
                <c:pt idx="382">
                  <c:v>0.76480083857442338</c:v>
                </c:pt>
                <c:pt idx="383">
                  <c:v>0.76680293501048213</c:v>
                </c:pt>
                <c:pt idx="384">
                  <c:v>0.76880503144654089</c:v>
                </c:pt>
                <c:pt idx="385">
                  <c:v>0.77080712788259953</c:v>
                </c:pt>
                <c:pt idx="386">
                  <c:v>0.77280922431865828</c:v>
                </c:pt>
                <c:pt idx="387">
                  <c:v>0.77481132075471693</c:v>
                </c:pt>
                <c:pt idx="388">
                  <c:v>0.77681341719077568</c:v>
                </c:pt>
                <c:pt idx="389">
                  <c:v>0.77881551362683432</c:v>
                </c:pt>
                <c:pt idx="390">
                  <c:v>0.78081761006289307</c:v>
                </c:pt>
                <c:pt idx="391">
                  <c:v>0.78281970649895172</c:v>
                </c:pt>
                <c:pt idx="392">
                  <c:v>0.78482180293501047</c:v>
                </c:pt>
                <c:pt idx="393">
                  <c:v>0.78682389937106911</c:v>
                </c:pt>
                <c:pt idx="394">
                  <c:v>0.78882599580712787</c:v>
                </c:pt>
                <c:pt idx="395">
                  <c:v>0.79082809224318651</c:v>
                </c:pt>
                <c:pt idx="396">
                  <c:v>0.79283018867924526</c:v>
                </c:pt>
                <c:pt idx="397">
                  <c:v>0.7948322851153039</c:v>
                </c:pt>
                <c:pt idx="398">
                  <c:v>0.79683438155136266</c:v>
                </c:pt>
                <c:pt idx="399">
                  <c:v>0.7988364779874213</c:v>
                </c:pt>
                <c:pt idx="400">
                  <c:v>0.80083857442348005</c:v>
                </c:pt>
                <c:pt idx="401">
                  <c:v>0.8028406708595387</c:v>
                </c:pt>
                <c:pt idx="402">
                  <c:v>0.80484276729559745</c:v>
                </c:pt>
                <c:pt idx="403">
                  <c:v>0.80684486373165609</c:v>
                </c:pt>
                <c:pt idx="404">
                  <c:v>0.80884696016771485</c:v>
                </c:pt>
                <c:pt idx="405">
                  <c:v>0.81084905660377349</c:v>
                </c:pt>
                <c:pt idx="406">
                  <c:v>0.81285115303983224</c:v>
                </c:pt>
                <c:pt idx="407">
                  <c:v>0.81485324947589088</c:v>
                </c:pt>
                <c:pt idx="408">
                  <c:v>0.81685534591194964</c:v>
                </c:pt>
                <c:pt idx="409">
                  <c:v>0.81885744234800828</c:v>
                </c:pt>
                <c:pt idx="410">
                  <c:v>0.82085953878406703</c:v>
                </c:pt>
                <c:pt idx="411">
                  <c:v>0.82286163522012579</c:v>
                </c:pt>
                <c:pt idx="412">
                  <c:v>0.82486373165618443</c:v>
                </c:pt>
                <c:pt idx="413">
                  <c:v>0.82686582809224318</c:v>
                </c:pt>
                <c:pt idx="414">
                  <c:v>0.82886792452830182</c:v>
                </c:pt>
                <c:pt idx="415">
                  <c:v>0.83087002096436058</c:v>
                </c:pt>
                <c:pt idx="416">
                  <c:v>0.83287211740041922</c:v>
                </c:pt>
                <c:pt idx="417">
                  <c:v>0.83487421383647797</c:v>
                </c:pt>
                <c:pt idx="418">
                  <c:v>0.83687631027253662</c:v>
                </c:pt>
                <c:pt idx="419">
                  <c:v>0.83887840670859537</c:v>
                </c:pt>
                <c:pt idx="420">
                  <c:v>0.84088050314465401</c:v>
                </c:pt>
                <c:pt idx="421">
                  <c:v>0.84288259958071277</c:v>
                </c:pt>
                <c:pt idx="422">
                  <c:v>0.84488469601677141</c:v>
                </c:pt>
                <c:pt idx="423">
                  <c:v>0.84688679245283016</c:v>
                </c:pt>
                <c:pt idx="424">
                  <c:v>0.8488888888888888</c:v>
                </c:pt>
                <c:pt idx="425">
                  <c:v>0.85089098532494756</c:v>
                </c:pt>
                <c:pt idx="426">
                  <c:v>0.8528930817610062</c:v>
                </c:pt>
                <c:pt idx="427">
                  <c:v>0.85489517819706495</c:v>
                </c:pt>
                <c:pt idx="428">
                  <c:v>0.8568972746331236</c:v>
                </c:pt>
                <c:pt idx="429">
                  <c:v>0.85889937106918235</c:v>
                </c:pt>
                <c:pt idx="430">
                  <c:v>0.86090146750524099</c:v>
                </c:pt>
                <c:pt idx="431">
                  <c:v>0.86290356394129974</c:v>
                </c:pt>
                <c:pt idx="432">
                  <c:v>0.86490566037735839</c:v>
                </c:pt>
                <c:pt idx="433">
                  <c:v>0.86690775681341714</c:v>
                </c:pt>
                <c:pt idx="434">
                  <c:v>0.86890985324947578</c:v>
                </c:pt>
                <c:pt idx="435">
                  <c:v>0.87091194968553454</c:v>
                </c:pt>
                <c:pt idx="436">
                  <c:v>0.87291404612159329</c:v>
                </c:pt>
                <c:pt idx="437">
                  <c:v>0.87491614255765193</c:v>
                </c:pt>
                <c:pt idx="438">
                  <c:v>0.87691823899371069</c:v>
                </c:pt>
                <c:pt idx="439">
                  <c:v>0.87892033542976933</c:v>
                </c:pt>
                <c:pt idx="440">
                  <c:v>0.88092243186582808</c:v>
                </c:pt>
                <c:pt idx="441">
                  <c:v>0.88292452830188672</c:v>
                </c:pt>
                <c:pt idx="442">
                  <c:v>0.88492662473794548</c:v>
                </c:pt>
                <c:pt idx="443">
                  <c:v>0.88692872117400412</c:v>
                </c:pt>
                <c:pt idx="444">
                  <c:v>0.88893081761006287</c:v>
                </c:pt>
                <c:pt idx="445">
                  <c:v>0.89093291404612152</c:v>
                </c:pt>
                <c:pt idx="446">
                  <c:v>0.89293501048218027</c:v>
                </c:pt>
                <c:pt idx="447">
                  <c:v>0.89493710691823891</c:v>
                </c:pt>
                <c:pt idx="448">
                  <c:v>0.89693920335429766</c:v>
                </c:pt>
                <c:pt idx="449">
                  <c:v>0.89894129979035631</c:v>
                </c:pt>
                <c:pt idx="450">
                  <c:v>0.90094339622641506</c:v>
                </c:pt>
                <c:pt idx="451">
                  <c:v>0.9029454926624737</c:v>
                </c:pt>
                <c:pt idx="452">
                  <c:v>0.90494758909853246</c:v>
                </c:pt>
                <c:pt idx="453">
                  <c:v>0.9069496855345911</c:v>
                </c:pt>
                <c:pt idx="454">
                  <c:v>0.90895178197064985</c:v>
                </c:pt>
                <c:pt idx="455">
                  <c:v>0.91095387840670849</c:v>
                </c:pt>
                <c:pt idx="456">
                  <c:v>0.91295597484276725</c:v>
                </c:pt>
                <c:pt idx="457">
                  <c:v>0.91495807127882589</c:v>
                </c:pt>
                <c:pt idx="458">
                  <c:v>0.91696016771488464</c:v>
                </c:pt>
                <c:pt idx="459">
                  <c:v>0.91896226415094329</c:v>
                </c:pt>
                <c:pt idx="460">
                  <c:v>0.92096436058700204</c:v>
                </c:pt>
                <c:pt idx="461">
                  <c:v>0.92296645702306079</c:v>
                </c:pt>
                <c:pt idx="462">
                  <c:v>0.92496855345911944</c:v>
                </c:pt>
                <c:pt idx="463">
                  <c:v>0.92697064989517819</c:v>
                </c:pt>
                <c:pt idx="464">
                  <c:v>0.92897274633123683</c:v>
                </c:pt>
                <c:pt idx="465">
                  <c:v>0.93097484276729559</c:v>
                </c:pt>
                <c:pt idx="466">
                  <c:v>0.93297693920335423</c:v>
                </c:pt>
                <c:pt idx="467">
                  <c:v>0.93497903563941298</c:v>
                </c:pt>
                <c:pt idx="468">
                  <c:v>0.93698113207547162</c:v>
                </c:pt>
                <c:pt idx="469">
                  <c:v>0.93898322851153038</c:v>
                </c:pt>
                <c:pt idx="470">
                  <c:v>0.94098532494758902</c:v>
                </c:pt>
                <c:pt idx="471">
                  <c:v>0.94298742138364777</c:v>
                </c:pt>
                <c:pt idx="472">
                  <c:v>0.94498951781970641</c:v>
                </c:pt>
                <c:pt idx="473">
                  <c:v>0.94699161425576517</c:v>
                </c:pt>
                <c:pt idx="474">
                  <c:v>0.94899371069182381</c:v>
                </c:pt>
                <c:pt idx="475">
                  <c:v>0.95099580712788256</c:v>
                </c:pt>
                <c:pt idx="476">
                  <c:v>0.95299790356394121</c:v>
                </c:pt>
                <c:pt idx="477">
                  <c:v>0.95499999999999996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D1-4CE9-8280-E9BC4E0F1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4781295"/>
        <c:axId val="1584781775"/>
      </c:lineChart>
      <c:catAx>
        <c:axId val="1584781295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b="1" dirty="0"/>
                  <a:t>Displacement</a:t>
                </a:r>
                <a:r>
                  <a:rPr lang="en-CA" b="1" baseline="0" dirty="0"/>
                  <a:t> along the Vessel (cm</a:t>
                </a:r>
                <a:r>
                  <a:rPr lang="en-CA" b="1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crossAx val="1584781775"/>
        <c:crosses val="autoZero"/>
        <c:auto val="1"/>
        <c:lblAlgn val="ctr"/>
        <c:lblOffset val="100"/>
        <c:noMultiLvlLbl val="0"/>
      </c:catAx>
      <c:valAx>
        <c:axId val="15847817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 (mL/s)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84781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Sheet1!$A$2:$A$479</c:f>
              <c:numCache>
                <c:formatCode>General</c:formatCode>
                <c:ptCount val="478"/>
                <c:pt idx="0">
                  <c:v>0</c:v>
                </c:pt>
                <c:pt idx="1">
                  <c:v>2.0020964360587001E-3</c:v>
                </c:pt>
                <c:pt idx="2">
                  <c:v>4.0041928721174002E-3</c:v>
                </c:pt>
                <c:pt idx="3">
                  <c:v>6.0062893081761007E-3</c:v>
                </c:pt>
                <c:pt idx="4">
                  <c:v>8.0083857442348003E-3</c:v>
                </c:pt>
                <c:pt idx="5">
                  <c:v>1.00104821802935E-2</c:v>
                </c:pt>
                <c:pt idx="6">
                  <c:v>1.20125786163522E-2</c:v>
                </c:pt>
                <c:pt idx="7">
                  <c:v>1.4014675052410899E-2</c:v>
                </c:pt>
                <c:pt idx="8">
                  <c:v>1.6016771488469601E-2</c:v>
                </c:pt>
                <c:pt idx="9">
                  <c:v>1.8018867924528299E-2</c:v>
                </c:pt>
                <c:pt idx="10">
                  <c:v>2.0020964360587E-2</c:v>
                </c:pt>
                <c:pt idx="11">
                  <c:v>2.2023060796645701E-2</c:v>
                </c:pt>
                <c:pt idx="12">
                  <c:v>2.4025157232704399E-2</c:v>
                </c:pt>
                <c:pt idx="13">
                  <c:v>2.6027253668763101E-2</c:v>
                </c:pt>
                <c:pt idx="14">
                  <c:v>2.8029350104821799E-2</c:v>
                </c:pt>
                <c:pt idx="15">
                  <c:v>3.00314465408805E-2</c:v>
                </c:pt>
                <c:pt idx="16">
                  <c:v>3.2033542976939201E-2</c:v>
                </c:pt>
                <c:pt idx="17">
                  <c:v>3.4035639412997899E-2</c:v>
                </c:pt>
                <c:pt idx="18">
                  <c:v>3.6037735849056597E-2</c:v>
                </c:pt>
                <c:pt idx="19">
                  <c:v>3.8039832285115302E-2</c:v>
                </c:pt>
                <c:pt idx="20">
                  <c:v>4.0041928721174E-2</c:v>
                </c:pt>
                <c:pt idx="21">
                  <c:v>4.2044025157232698E-2</c:v>
                </c:pt>
                <c:pt idx="22">
                  <c:v>4.4046121593291403E-2</c:v>
                </c:pt>
                <c:pt idx="23">
                  <c:v>4.6048218029350101E-2</c:v>
                </c:pt>
                <c:pt idx="24">
                  <c:v>4.8050314465408812E-2</c:v>
                </c:pt>
                <c:pt idx="25">
                  <c:v>5.0052410901467503E-2</c:v>
                </c:pt>
                <c:pt idx="26">
                  <c:v>5.2054507337526201E-2</c:v>
                </c:pt>
                <c:pt idx="27">
                  <c:v>5.4056603773584899E-2</c:v>
                </c:pt>
                <c:pt idx="28">
                  <c:v>5.6058700209643597E-2</c:v>
                </c:pt>
                <c:pt idx="29">
                  <c:v>5.8060796645702302E-2</c:v>
                </c:pt>
                <c:pt idx="30">
                  <c:v>6.0062893081761E-2</c:v>
                </c:pt>
                <c:pt idx="31">
                  <c:v>6.2064989517819698E-2</c:v>
                </c:pt>
                <c:pt idx="32">
                  <c:v>6.4067085953878403E-2</c:v>
                </c:pt>
                <c:pt idx="33">
                  <c:v>6.6069182389937101E-2</c:v>
                </c:pt>
                <c:pt idx="34">
                  <c:v>6.8071278825995798E-2</c:v>
                </c:pt>
                <c:pt idx="35">
                  <c:v>7.0073375262054496E-2</c:v>
                </c:pt>
                <c:pt idx="36">
                  <c:v>7.2075471698113208E-2</c:v>
                </c:pt>
                <c:pt idx="37">
                  <c:v>7.4077568134171906E-2</c:v>
                </c:pt>
                <c:pt idx="38">
                  <c:v>7.6079664570230604E-2</c:v>
                </c:pt>
                <c:pt idx="39">
                  <c:v>7.8081761006289302E-2</c:v>
                </c:pt>
                <c:pt idx="40">
                  <c:v>8.0083857442348E-2</c:v>
                </c:pt>
                <c:pt idx="41">
                  <c:v>8.2085953878406698E-2</c:v>
                </c:pt>
                <c:pt idx="42">
                  <c:v>8.408805031446541E-2</c:v>
                </c:pt>
                <c:pt idx="43">
                  <c:v>8.6090146750524107E-2</c:v>
                </c:pt>
                <c:pt idx="44">
                  <c:v>8.8092243186582805E-2</c:v>
                </c:pt>
                <c:pt idx="45">
                  <c:v>9.0094339622641503E-2</c:v>
                </c:pt>
                <c:pt idx="46">
                  <c:v>9.2096436058700201E-2</c:v>
                </c:pt>
                <c:pt idx="47">
                  <c:v>9.4098532494758899E-2</c:v>
                </c:pt>
                <c:pt idx="48">
                  <c:v>9.6100628930817611E-2</c:v>
                </c:pt>
                <c:pt idx="49">
                  <c:v>9.8102725366876309E-2</c:v>
                </c:pt>
                <c:pt idx="50">
                  <c:v>0.10010482180293501</c:v>
                </c:pt>
                <c:pt idx="51">
                  <c:v>0.1021069182389937</c:v>
                </c:pt>
                <c:pt idx="52">
                  <c:v>0.1041090146750524</c:v>
                </c:pt>
                <c:pt idx="53">
                  <c:v>0.1061111111111111</c:v>
                </c:pt>
                <c:pt idx="54">
                  <c:v>0.1081132075471698</c:v>
                </c:pt>
                <c:pt idx="55">
                  <c:v>0.1101153039832285</c:v>
                </c:pt>
                <c:pt idx="56">
                  <c:v>0.11211740041928719</c:v>
                </c:pt>
                <c:pt idx="57">
                  <c:v>0.11411949685534591</c:v>
                </c:pt>
                <c:pt idx="58">
                  <c:v>0.1161215932914046</c:v>
                </c:pt>
                <c:pt idx="59">
                  <c:v>0.1181236897274633</c:v>
                </c:pt>
                <c:pt idx="60">
                  <c:v>0.120125786163522</c:v>
                </c:pt>
                <c:pt idx="61">
                  <c:v>0.1221278825995807</c:v>
                </c:pt>
                <c:pt idx="62">
                  <c:v>0.1241299790356394</c:v>
                </c:pt>
                <c:pt idx="63">
                  <c:v>0.12613207547169811</c:v>
                </c:pt>
                <c:pt idx="64">
                  <c:v>0.12813417190775681</c:v>
                </c:pt>
                <c:pt idx="65">
                  <c:v>0.1301362683438155</c:v>
                </c:pt>
                <c:pt idx="66">
                  <c:v>0.1321383647798742</c:v>
                </c:pt>
                <c:pt idx="67">
                  <c:v>0.1341404612159329</c:v>
                </c:pt>
                <c:pt idx="68">
                  <c:v>0.1361425576519916</c:v>
                </c:pt>
                <c:pt idx="69">
                  <c:v>0.13814465408805029</c:v>
                </c:pt>
                <c:pt idx="70">
                  <c:v>0.14014675052410899</c:v>
                </c:pt>
                <c:pt idx="71">
                  <c:v>0.14214884696016769</c:v>
                </c:pt>
                <c:pt idx="72">
                  <c:v>0.14415094339622639</c:v>
                </c:pt>
                <c:pt idx="73">
                  <c:v>0.14615303983228509</c:v>
                </c:pt>
                <c:pt idx="74">
                  <c:v>0.14815513626834381</c:v>
                </c:pt>
                <c:pt idx="75">
                  <c:v>0.15015723270440251</c:v>
                </c:pt>
                <c:pt idx="76">
                  <c:v>0.15215932914046121</c:v>
                </c:pt>
                <c:pt idx="77">
                  <c:v>0.15416142557651991</c:v>
                </c:pt>
                <c:pt idx="78">
                  <c:v>0.1561635220125786</c:v>
                </c:pt>
                <c:pt idx="79">
                  <c:v>0.1581656184486373</c:v>
                </c:pt>
                <c:pt idx="80">
                  <c:v>0.160167714884696</c:v>
                </c:pt>
                <c:pt idx="81">
                  <c:v>0.1621698113207547</c:v>
                </c:pt>
                <c:pt idx="82">
                  <c:v>0.1641719077568134</c:v>
                </c:pt>
                <c:pt idx="83">
                  <c:v>0.16617400419287209</c:v>
                </c:pt>
                <c:pt idx="84">
                  <c:v>0.16817610062893079</c:v>
                </c:pt>
                <c:pt idx="85">
                  <c:v>0.17017819706498949</c:v>
                </c:pt>
                <c:pt idx="86">
                  <c:v>0.17218029350104819</c:v>
                </c:pt>
                <c:pt idx="87">
                  <c:v>0.17418238993710691</c:v>
                </c:pt>
                <c:pt idx="88">
                  <c:v>0.17618448637316561</c:v>
                </c:pt>
                <c:pt idx="89">
                  <c:v>0.17818658280922431</c:v>
                </c:pt>
                <c:pt idx="90">
                  <c:v>0.18018867924528301</c:v>
                </c:pt>
                <c:pt idx="91">
                  <c:v>0.1821907756813417</c:v>
                </c:pt>
                <c:pt idx="92">
                  <c:v>0.1841928721174004</c:v>
                </c:pt>
                <c:pt idx="93">
                  <c:v>0.1861949685534591</c:v>
                </c:pt>
                <c:pt idx="94">
                  <c:v>0.1881970649895178</c:v>
                </c:pt>
                <c:pt idx="95">
                  <c:v>0.1901991614255765</c:v>
                </c:pt>
                <c:pt idx="96">
                  <c:v>0.19220125786163519</c:v>
                </c:pt>
                <c:pt idx="97">
                  <c:v>0.19420335429769389</c:v>
                </c:pt>
                <c:pt idx="98">
                  <c:v>0.19620545073375259</c:v>
                </c:pt>
                <c:pt idx="99">
                  <c:v>0.19820754716981129</c:v>
                </c:pt>
                <c:pt idx="100">
                  <c:v>0.20020964360587001</c:v>
                </c:pt>
                <c:pt idx="101">
                  <c:v>0.20221174004192871</c:v>
                </c:pt>
                <c:pt idx="102">
                  <c:v>0.20421383647798741</c:v>
                </c:pt>
                <c:pt idx="103">
                  <c:v>0.20621593291404611</c:v>
                </c:pt>
                <c:pt idx="104">
                  <c:v>0.20821802935010481</c:v>
                </c:pt>
                <c:pt idx="105">
                  <c:v>0.2102201257861635</c:v>
                </c:pt>
                <c:pt idx="106">
                  <c:v>0.2122222222222222</c:v>
                </c:pt>
                <c:pt idx="107">
                  <c:v>0.2142243186582809</c:v>
                </c:pt>
                <c:pt idx="108">
                  <c:v>0.2162264150943396</c:v>
                </c:pt>
                <c:pt idx="109">
                  <c:v>0.21822851153039829</c:v>
                </c:pt>
                <c:pt idx="110">
                  <c:v>0.22023060796645699</c:v>
                </c:pt>
                <c:pt idx="111">
                  <c:v>0.22223270440251569</c:v>
                </c:pt>
                <c:pt idx="112">
                  <c:v>0.22423480083857439</c:v>
                </c:pt>
                <c:pt idx="113">
                  <c:v>0.22623689727463309</c:v>
                </c:pt>
                <c:pt idx="114">
                  <c:v>0.22823899371069181</c:v>
                </c:pt>
                <c:pt idx="115">
                  <c:v>0.23024109014675051</c:v>
                </c:pt>
                <c:pt idx="116">
                  <c:v>0.23224318658280921</c:v>
                </c:pt>
                <c:pt idx="117">
                  <c:v>0.23424528301886791</c:v>
                </c:pt>
                <c:pt idx="118">
                  <c:v>0.2362473794549266</c:v>
                </c:pt>
                <c:pt idx="119">
                  <c:v>0.2382494758909853</c:v>
                </c:pt>
                <c:pt idx="120">
                  <c:v>0.240251572327044</c:v>
                </c:pt>
                <c:pt idx="121">
                  <c:v>0.2422536687631027</c:v>
                </c:pt>
                <c:pt idx="122">
                  <c:v>0.2442557651991614</c:v>
                </c:pt>
                <c:pt idx="123">
                  <c:v>0.24625786163522009</c:v>
                </c:pt>
                <c:pt idx="124">
                  <c:v>0.24825995807127879</c:v>
                </c:pt>
                <c:pt idx="125">
                  <c:v>0.25026205450733752</c:v>
                </c:pt>
                <c:pt idx="126">
                  <c:v>0.25226415094339621</c:v>
                </c:pt>
                <c:pt idx="127">
                  <c:v>0.25426624737945491</c:v>
                </c:pt>
                <c:pt idx="128">
                  <c:v>0.25626834381551361</c:v>
                </c:pt>
                <c:pt idx="129">
                  <c:v>0.25827044025157231</c:v>
                </c:pt>
                <c:pt idx="130">
                  <c:v>0.26027253668763101</c:v>
                </c:pt>
                <c:pt idx="131">
                  <c:v>0.2622746331236897</c:v>
                </c:pt>
                <c:pt idx="132">
                  <c:v>0.2642767295597484</c:v>
                </c:pt>
                <c:pt idx="133">
                  <c:v>0.2662788259958071</c:v>
                </c:pt>
                <c:pt idx="134">
                  <c:v>0.2682809224318658</c:v>
                </c:pt>
                <c:pt idx="135">
                  <c:v>0.2702830188679245</c:v>
                </c:pt>
                <c:pt idx="136">
                  <c:v>0.27228511530398319</c:v>
                </c:pt>
                <c:pt idx="137">
                  <c:v>0.27428721174004189</c:v>
                </c:pt>
                <c:pt idx="138">
                  <c:v>0.27628930817610059</c:v>
                </c:pt>
                <c:pt idx="139">
                  <c:v>0.27829140461215929</c:v>
                </c:pt>
                <c:pt idx="140">
                  <c:v>0.28029350104821799</c:v>
                </c:pt>
                <c:pt idx="141">
                  <c:v>0.28229559748427668</c:v>
                </c:pt>
                <c:pt idx="142">
                  <c:v>0.28429769392033538</c:v>
                </c:pt>
                <c:pt idx="143">
                  <c:v>0.28629979035639408</c:v>
                </c:pt>
                <c:pt idx="144">
                  <c:v>0.28830188679245278</c:v>
                </c:pt>
                <c:pt idx="145">
                  <c:v>0.29030398322851148</c:v>
                </c:pt>
                <c:pt idx="146">
                  <c:v>0.29230607966457017</c:v>
                </c:pt>
                <c:pt idx="147">
                  <c:v>0.29430817610062893</c:v>
                </c:pt>
                <c:pt idx="148">
                  <c:v>0.29631027253668762</c:v>
                </c:pt>
                <c:pt idx="149">
                  <c:v>0.29831236897274632</c:v>
                </c:pt>
                <c:pt idx="150">
                  <c:v>0.30031446540880502</c:v>
                </c:pt>
                <c:pt idx="151">
                  <c:v>0.30231656184486372</c:v>
                </c:pt>
                <c:pt idx="152">
                  <c:v>0.30431865828092242</c:v>
                </c:pt>
                <c:pt idx="153">
                  <c:v>0.30632075471698111</c:v>
                </c:pt>
                <c:pt idx="154">
                  <c:v>0.30832285115303981</c:v>
                </c:pt>
                <c:pt idx="155">
                  <c:v>0.31032494758909851</c:v>
                </c:pt>
                <c:pt idx="156">
                  <c:v>0.31232704402515721</c:v>
                </c:pt>
                <c:pt idx="157">
                  <c:v>0.31432914046121591</c:v>
                </c:pt>
                <c:pt idx="158">
                  <c:v>0.3163312368972746</c:v>
                </c:pt>
                <c:pt idx="159">
                  <c:v>0.3183333333333333</c:v>
                </c:pt>
                <c:pt idx="160">
                  <c:v>0.320335429769392</c:v>
                </c:pt>
                <c:pt idx="161">
                  <c:v>0.3223375262054507</c:v>
                </c:pt>
                <c:pt idx="162">
                  <c:v>0.3243396226415094</c:v>
                </c:pt>
                <c:pt idx="163">
                  <c:v>0.32634171907756809</c:v>
                </c:pt>
                <c:pt idx="164">
                  <c:v>0.32834381551362679</c:v>
                </c:pt>
                <c:pt idx="165">
                  <c:v>0.33034591194968549</c:v>
                </c:pt>
                <c:pt idx="166">
                  <c:v>0.33234800838574419</c:v>
                </c:pt>
                <c:pt idx="167">
                  <c:v>0.33435010482180288</c:v>
                </c:pt>
                <c:pt idx="168">
                  <c:v>0.33635220125786158</c:v>
                </c:pt>
                <c:pt idx="169">
                  <c:v>0.33835429769392028</c:v>
                </c:pt>
                <c:pt idx="170">
                  <c:v>0.34035639412997898</c:v>
                </c:pt>
                <c:pt idx="171">
                  <c:v>0.34235849056603768</c:v>
                </c:pt>
                <c:pt idx="172">
                  <c:v>0.34436058700209637</c:v>
                </c:pt>
                <c:pt idx="173">
                  <c:v>0.34636268343815507</c:v>
                </c:pt>
                <c:pt idx="174">
                  <c:v>0.34836477987421383</c:v>
                </c:pt>
                <c:pt idx="175">
                  <c:v>0.35036687631027252</c:v>
                </c:pt>
                <c:pt idx="176">
                  <c:v>0.35236897274633122</c:v>
                </c:pt>
                <c:pt idx="177">
                  <c:v>0.35437106918238992</c:v>
                </c:pt>
                <c:pt idx="178">
                  <c:v>0.35637316561844862</c:v>
                </c:pt>
                <c:pt idx="179">
                  <c:v>0.35837526205450732</c:v>
                </c:pt>
                <c:pt idx="180">
                  <c:v>0.36037735849056601</c:v>
                </c:pt>
                <c:pt idx="181">
                  <c:v>0.36237945492662471</c:v>
                </c:pt>
                <c:pt idx="182">
                  <c:v>0.36438155136268341</c:v>
                </c:pt>
                <c:pt idx="183">
                  <c:v>0.36638364779874211</c:v>
                </c:pt>
                <c:pt idx="184">
                  <c:v>0.3683857442348008</c:v>
                </c:pt>
                <c:pt idx="185">
                  <c:v>0.3703878406708595</c:v>
                </c:pt>
                <c:pt idx="186">
                  <c:v>0.3723899371069182</c:v>
                </c:pt>
                <c:pt idx="187">
                  <c:v>0.3743920335429769</c:v>
                </c:pt>
                <c:pt idx="188">
                  <c:v>0.3763941299790356</c:v>
                </c:pt>
                <c:pt idx="189">
                  <c:v>0.37839622641509429</c:v>
                </c:pt>
                <c:pt idx="190">
                  <c:v>0.38039832285115299</c:v>
                </c:pt>
                <c:pt idx="191">
                  <c:v>0.38240041928721169</c:v>
                </c:pt>
                <c:pt idx="192">
                  <c:v>0.38440251572327039</c:v>
                </c:pt>
                <c:pt idx="193">
                  <c:v>0.38640461215932909</c:v>
                </c:pt>
                <c:pt idx="194">
                  <c:v>0.38840670859538778</c:v>
                </c:pt>
                <c:pt idx="195">
                  <c:v>0.39040880503144648</c:v>
                </c:pt>
                <c:pt idx="196">
                  <c:v>0.39241090146750518</c:v>
                </c:pt>
                <c:pt idx="197">
                  <c:v>0.39441299790356388</c:v>
                </c:pt>
                <c:pt idx="198">
                  <c:v>0.39641509433962258</c:v>
                </c:pt>
                <c:pt idx="199">
                  <c:v>0.39841719077568127</c:v>
                </c:pt>
                <c:pt idx="200">
                  <c:v>0.40041928721174003</c:v>
                </c:pt>
                <c:pt idx="201">
                  <c:v>0.40242138364779872</c:v>
                </c:pt>
                <c:pt idx="202">
                  <c:v>0.40442348008385742</c:v>
                </c:pt>
                <c:pt idx="203">
                  <c:v>0.40642557651991612</c:v>
                </c:pt>
                <c:pt idx="204">
                  <c:v>0.40842767295597482</c:v>
                </c:pt>
                <c:pt idx="205">
                  <c:v>0.41042976939203352</c:v>
                </c:pt>
                <c:pt idx="206">
                  <c:v>0.41243186582809221</c:v>
                </c:pt>
                <c:pt idx="207">
                  <c:v>0.41443396226415091</c:v>
                </c:pt>
                <c:pt idx="208">
                  <c:v>0.41643605870020961</c:v>
                </c:pt>
                <c:pt idx="209">
                  <c:v>0.41843815513626831</c:v>
                </c:pt>
                <c:pt idx="210">
                  <c:v>0.42044025157232701</c:v>
                </c:pt>
                <c:pt idx="211">
                  <c:v>0.4224423480083857</c:v>
                </c:pt>
                <c:pt idx="212">
                  <c:v>0.4244444444444444</c:v>
                </c:pt>
                <c:pt idx="213">
                  <c:v>0.4264465408805031</c:v>
                </c:pt>
                <c:pt idx="214">
                  <c:v>0.4284486373165618</c:v>
                </c:pt>
                <c:pt idx="215">
                  <c:v>0.4304507337526205</c:v>
                </c:pt>
                <c:pt idx="216">
                  <c:v>0.43245283018867919</c:v>
                </c:pt>
                <c:pt idx="217">
                  <c:v>0.43445492662473789</c:v>
                </c:pt>
                <c:pt idx="218">
                  <c:v>0.43645702306079659</c:v>
                </c:pt>
                <c:pt idx="219">
                  <c:v>0.43845911949685529</c:v>
                </c:pt>
                <c:pt idx="220">
                  <c:v>0.44046121593291399</c:v>
                </c:pt>
                <c:pt idx="221">
                  <c:v>0.44246331236897268</c:v>
                </c:pt>
                <c:pt idx="222">
                  <c:v>0.44446540880503138</c:v>
                </c:pt>
                <c:pt idx="223">
                  <c:v>0.44646750524109008</c:v>
                </c:pt>
                <c:pt idx="224">
                  <c:v>0.44846960167714878</c:v>
                </c:pt>
                <c:pt idx="225">
                  <c:v>0.45047169811320747</c:v>
                </c:pt>
                <c:pt idx="226">
                  <c:v>0.45247379454926617</c:v>
                </c:pt>
                <c:pt idx="227">
                  <c:v>0.45447589098532493</c:v>
                </c:pt>
                <c:pt idx="228">
                  <c:v>0.45647798742138362</c:v>
                </c:pt>
                <c:pt idx="229">
                  <c:v>0.45848008385744232</c:v>
                </c:pt>
                <c:pt idx="230">
                  <c:v>0.46048218029350102</c:v>
                </c:pt>
                <c:pt idx="231">
                  <c:v>0.46248427672955972</c:v>
                </c:pt>
                <c:pt idx="232">
                  <c:v>0.46448637316561842</c:v>
                </c:pt>
                <c:pt idx="233">
                  <c:v>0.46648846960167711</c:v>
                </c:pt>
                <c:pt idx="234">
                  <c:v>0.46849056603773581</c:v>
                </c:pt>
                <c:pt idx="235">
                  <c:v>0.47049266247379451</c:v>
                </c:pt>
                <c:pt idx="236">
                  <c:v>0.47249475890985321</c:v>
                </c:pt>
                <c:pt idx="237">
                  <c:v>0.47449685534591191</c:v>
                </c:pt>
                <c:pt idx="238">
                  <c:v>0.4764989517819706</c:v>
                </c:pt>
                <c:pt idx="239">
                  <c:v>0.4785010482180293</c:v>
                </c:pt>
                <c:pt idx="240">
                  <c:v>0.480503144654088</c:v>
                </c:pt>
                <c:pt idx="241">
                  <c:v>0.4825052410901467</c:v>
                </c:pt>
                <c:pt idx="242">
                  <c:v>0.48450733752620539</c:v>
                </c:pt>
                <c:pt idx="243">
                  <c:v>0.48650943396226409</c:v>
                </c:pt>
                <c:pt idx="244">
                  <c:v>0.48851153039832279</c:v>
                </c:pt>
                <c:pt idx="245">
                  <c:v>0.49051362683438149</c:v>
                </c:pt>
                <c:pt idx="246">
                  <c:v>0.49251572327044019</c:v>
                </c:pt>
                <c:pt idx="247">
                  <c:v>0.49451781970649888</c:v>
                </c:pt>
                <c:pt idx="248">
                  <c:v>0.49651991614255758</c:v>
                </c:pt>
                <c:pt idx="249">
                  <c:v>0.49852201257861628</c:v>
                </c:pt>
                <c:pt idx="250">
                  <c:v>0.50052410901467503</c:v>
                </c:pt>
                <c:pt idx="251">
                  <c:v>0.50252620545073368</c:v>
                </c:pt>
                <c:pt idx="252">
                  <c:v>0.50452830188679243</c:v>
                </c:pt>
                <c:pt idx="253">
                  <c:v>0.50653039832285107</c:v>
                </c:pt>
                <c:pt idx="254">
                  <c:v>0.50853249475890983</c:v>
                </c:pt>
                <c:pt idx="255">
                  <c:v>0.51053459119496847</c:v>
                </c:pt>
                <c:pt idx="256">
                  <c:v>0.51253668763102722</c:v>
                </c:pt>
                <c:pt idx="257">
                  <c:v>0.51453878406708597</c:v>
                </c:pt>
                <c:pt idx="258">
                  <c:v>0.51654088050314462</c:v>
                </c:pt>
                <c:pt idx="259">
                  <c:v>0.51854297693920337</c:v>
                </c:pt>
                <c:pt idx="260">
                  <c:v>0.52054507337526201</c:v>
                </c:pt>
                <c:pt idx="261">
                  <c:v>0.52254716981132077</c:v>
                </c:pt>
                <c:pt idx="262">
                  <c:v>0.52454926624737941</c:v>
                </c:pt>
                <c:pt idx="263">
                  <c:v>0.52655136268343816</c:v>
                </c:pt>
                <c:pt idx="264">
                  <c:v>0.5285534591194968</c:v>
                </c:pt>
                <c:pt idx="265">
                  <c:v>0.53055555555555556</c:v>
                </c:pt>
                <c:pt idx="266">
                  <c:v>0.5325576519916142</c:v>
                </c:pt>
                <c:pt idx="267">
                  <c:v>0.53455974842767295</c:v>
                </c:pt>
                <c:pt idx="268">
                  <c:v>0.5365618448637316</c:v>
                </c:pt>
                <c:pt idx="269">
                  <c:v>0.53856394129979035</c:v>
                </c:pt>
                <c:pt idx="270">
                  <c:v>0.54056603773584899</c:v>
                </c:pt>
                <c:pt idx="271">
                  <c:v>0.54256813417190775</c:v>
                </c:pt>
                <c:pt idx="272">
                  <c:v>0.54457023060796639</c:v>
                </c:pt>
                <c:pt idx="273">
                  <c:v>0.54657232704402514</c:v>
                </c:pt>
                <c:pt idx="274">
                  <c:v>0.54857442348008378</c:v>
                </c:pt>
                <c:pt idx="275">
                  <c:v>0.55057651991614254</c:v>
                </c:pt>
                <c:pt idx="276">
                  <c:v>0.55257861635220118</c:v>
                </c:pt>
                <c:pt idx="277">
                  <c:v>0.55458071278825993</c:v>
                </c:pt>
                <c:pt idx="278">
                  <c:v>0.55658280922431858</c:v>
                </c:pt>
                <c:pt idx="279">
                  <c:v>0.55858490566037733</c:v>
                </c:pt>
                <c:pt idx="280">
                  <c:v>0.56058700209643597</c:v>
                </c:pt>
                <c:pt idx="281">
                  <c:v>0.56258909853249472</c:v>
                </c:pt>
                <c:pt idx="282">
                  <c:v>0.56459119496855348</c:v>
                </c:pt>
                <c:pt idx="283">
                  <c:v>0.56659329140461212</c:v>
                </c:pt>
                <c:pt idx="284">
                  <c:v>0.56859538784067087</c:v>
                </c:pt>
                <c:pt idx="285">
                  <c:v>0.57059748427672952</c:v>
                </c:pt>
                <c:pt idx="286">
                  <c:v>0.57259958071278827</c:v>
                </c:pt>
                <c:pt idx="287">
                  <c:v>0.57460167714884691</c:v>
                </c:pt>
                <c:pt idx="288">
                  <c:v>0.57660377358490567</c:v>
                </c:pt>
                <c:pt idx="289">
                  <c:v>0.57860587002096431</c:v>
                </c:pt>
                <c:pt idx="290">
                  <c:v>0.58060796645702306</c:v>
                </c:pt>
                <c:pt idx="291">
                  <c:v>0.5826100628930817</c:v>
                </c:pt>
                <c:pt idx="292">
                  <c:v>0.58461215932914046</c:v>
                </c:pt>
                <c:pt idx="293">
                  <c:v>0.5866142557651991</c:v>
                </c:pt>
                <c:pt idx="294">
                  <c:v>0.58861635220125785</c:v>
                </c:pt>
                <c:pt idx="295">
                  <c:v>0.5906184486373165</c:v>
                </c:pt>
                <c:pt idx="296">
                  <c:v>0.59262054507337525</c:v>
                </c:pt>
                <c:pt idx="297">
                  <c:v>0.59462264150943389</c:v>
                </c:pt>
                <c:pt idx="298">
                  <c:v>0.59662473794549264</c:v>
                </c:pt>
                <c:pt idx="299">
                  <c:v>0.59862683438155129</c:v>
                </c:pt>
                <c:pt idx="300">
                  <c:v>0.60062893081761004</c:v>
                </c:pt>
                <c:pt idx="301">
                  <c:v>0.60263102725366868</c:v>
                </c:pt>
                <c:pt idx="302">
                  <c:v>0.60463312368972744</c:v>
                </c:pt>
                <c:pt idx="303">
                  <c:v>0.60663522012578608</c:v>
                </c:pt>
                <c:pt idx="304">
                  <c:v>0.60863731656184483</c:v>
                </c:pt>
                <c:pt idx="305">
                  <c:v>0.61063941299790347</c:v>
                </c:pt>
                <c:pt idx="306">
                  <c:v>0.61264150943396223</c:v>
                </c:pt>
                <c:pt idx="307">
                  <c:v>0.61464360587002087</c:v>
                </c:pt>
                <c:pt idx="308">
                  <c:v>0.61664570230607962</c:v>
                </c:pt>
                <c:pt idx="309">
                  <c:v>0.61864779874213838</c:v>
                </c:pt>
                <c:pt idx="310">
                  <c:v>0.62064989517819702</c:v>
                </c:pt>
                <c:pt idx="311">
                  <c:v>0.62265199161425577</c:v>
                </c:pt>
                <c:pt idx="312">
                  <c:v>0.62465408805031442</c:v>
                </c:pt>
                <c:pt idx="313">
                  <c:v>0.62665618448637317</c:v>
                </c:pt>
                <c:pt idx="314">
                  <c:v>0.62865828092243181</c:v>
                </c:pt>
                <c:pt idx="315">
                  <c:v>0.63066037735849056</c:v>
                </c:pt>
                <c:pt idx="316">
                  <c:v>0.63266247379454921</c:v>
                </c:pt>
                <c:pt idx="317">
                  <c:v>0.63466457023060796</c:v>
                </c:pt>
                <c:pt idx="318">
                  <c:v>0.6366666666666666</c:v>
                </c:pt>
                <c:pt idx="319">
                  <c:v>0.63866876310272536</c:v>
                </c:pt>
                <c:pt idx="320">
                  <c:v>0.640670859538784</c:v>
                </c:pt>
                <c:pt idx="321">
                  <c:v>0.64267295597484275</c:v>
                </c:pt>
                <c:pt idx="322">
                  <c:v>0.64467505241090139</c:v>
                </c:pt>
                <c:pt idx="323">
                  <c:v>0.64667714884696015</c:v>
                </c:pt>
                <c:pt idx="324">
                  <c:v>0.64867924528301879</c:v>
                </c:pt>
                <c:pt idx="325">
                  <c:v>0.65068134171907754</c:v>
                </c:pt>
                <c:pt idx="326">
                  <c:v>0.65268343815513619</c:v>
                </c:pt>
                <c:pt idx="327">
                  <c:v>0.65468553459119494</c:v>
                </c:pt>
                <c:pt idx="328">
                  <c:v>0.65668763102725358</c:v>
                </c:pt>
                <c:pt idx="329">
                  <c:v>0.65868972746331234</c:v>
                </c:pt>
                <c:pt idx="330">
                  <c:v>0.66069182389937098</c:v>
                </c:pt>
                <c:pt idx="331">
                  <c:v>0.66269392033542973</c:v>
                </c:pt>
                <c:pt idx="332">
                  <c:v>0.66469601677148837</c:v>
                </c:pt>
                <c:pt idx="333">
                  <c:v>0.66669811320754713</c:v>
                </c:pt>
                <c:pt idx="334">
                  <c:v>0.66870020964360588</c:v>
                </c:pt>
                <c:pt idx="335">
                  <c:v>0.67070230607966452</c:v>
                </c:pt>
                <c:pt idx="336">
                  <c:v>0.67270440251572328</c:v>
                </c:pt>
                <c:pt idx="337">
                  <c:v>0.67470649895178192</c:v>
                </c:pt>
                <c:pt idx="338">
                  <c:v>0.67670859538784067</c:v>
                </c:pt>
                <c:pt idx="339">
                  <c:v>0.67871069182389931</c:v>
                </c:pt>
                <c:pt idx="340">
                  <c:v>0.68071278825995807</c:v>
                </c:pt>
                <c:pt idx="341">
                  <c:v>0.68271488469601671</c:v>
                </c:pt>
                <c:pt idx="342">
                  <c:v>0.68471698113207546</c:v>
                </c:pt>
                <c:pt idx="343">
                  <c:v>0.68671907756813411</c:v>
                </c:pt>
                <c:pt idx="344">
                  <c:v>0.68872117400419286</c:v>
                </c:pt>
                <c:pt idx="345">
                  <c:v>0.6907232704402515</c:v>
                </c:pt>
                <c:pt idx="346">
                  <c:v>0.69272536687631026</c:v>
                </c:pt>
                <c:pt idx="347">
                  <c:v>0.6947274633123689</c:v>
                </c:pt>
                <c:pt idx="348">
                  <c:v>0.69672955974842765</c:v>
                </c:pt>
                <c:pt idx="349">
                  <c:v>0.69873165618448629</c:v>
                </c:pt>
                <c:pt idx="350">
                  <c:v>0.70073375262054505</c:v>
                </c:pt>
                <c:pt idx="351">
                  <c:v>0.70273584905660369</c:v>
                </c:pt>
                <c:pt idx="352">
                  <c:v>0.70473794549266244</c:v>
                </c:pt>
                <c:pt idx="353">
                  <c:v>0.70674004192872109</c:v>
                </c:pt>
                <c:pt idx="354">
                  <c:v>0.70874213836477984</c:v>
                </c:pt>
                <c:pt idx="355">
                  <c:v>0.71074423480083848</c:v>
                </c:pt>
                <c:pt idx="356">
                  <c:v>0.71274633123689723</c:v>
                </c:pt>
                <c:pt idx="357">
                  <c:v>0.71474842767295588</c:v>
                </c:pt>
                <c:pt idx="358">
                  <c:v>0.71675052410901463</c:v>
                </c:pt>
                <c:pt idx="359">
                  <c:v>0.71875262054507338</c:v>
                </c:pt>
                <c:pt idx="360">
                  <c:v>0.72075471698113203</c:v>
                </c:pt>
                <c:pt idx="361">
                  <c:v>0.72275681341719078</c:v>
                </c:pt>
                <c:pt idx="362">
                  <c:v>0.72475890985324942</c:v>
                </c:pt>
                <c:pt idx="363">
                  <c:v>0.72676100628930818</c:v>
                </c:pt>
                <c:pt idx="364">
                  <c:v>0.72876310272536682</c:v>
                </c:pt>
                <c:pt idx="365">
                  <c:v>0.73076519916142557</c:v>
                </c:pt>
                <c:pt idx="366">
                  <c:v>0.73276729559748421</c:v>
                </c:pt>
                <c:pt idx="367">
                  <c:v>0.73476939203354297</c:v>
                </c:pt>
                <c:pt idx="368">
                  <c:v>0.73677148846960161</c:v>
                </c:pt>
                <c:pt idx="369">
                  <c:v>0.73877358490566036</c:v>
                </c:pt>
                <c:pt idx="370">
                  <c:v>0.74077568134171901</c:v>
                </c:pt>
                <c:pt idx="371">
                  <c:v>0.74277777777777776</c:v>
                </c:pt>
                <c:pt idx="372">
                  <c:v>0.7447798742138364</c:v>
                </c:pt>
                <c:pt idx="373">
                  <c:v>0.74678197064989515</c:v>
                </c:pt>
                <c:pt idx="374">
                  <c:v>0.7487840670859538</c:v>
                </c:pt>
                <c:pt idx="375">
                  <c:v>0.75078616352201255</c:v>
                </c:pt>
                <c:pt idx="376">
                  <c:v>0.75278825995807119</c:v>
                </c:pt>
                <c:pt idx="377">
                  <c:v>0.75479035639412995</c:v>
                </c:pt>
                <c:pt idx="378">
                  <c:v>0.75679245283018859</c:v>
                </c:pt>
                <c:pt idx="379">
                  <c:v>0.75879454926624734</c:v>
                </c:pt>
                <c:pt idx="380">
                  <c:v>0.76079664570230598</c:v>
                </c:pt>
                <c:pt idx="381">
                  <c:v>0.76279874213836474</c:v>
                </c:pt>
                <c:pt idx="382">
                  <c:v>0.76480083857442338</c:v>
                </c:pt>
                <c:pt idx="383">
                  <c:v>0.76680293501048213</c:v>
                </c:pt>
                <c:pt idx="384">
                  <c:v>0.76880503144654089</c:v>
                </c:pt>
                <c:pt idx="385">
                  <c:v>0.77080712788259953</c:v>
                </c:pt>
                <c:pt idx="386">
                  <c:v>0.77280922431865828</c:v>
                </c:pt>
                <c:pt idx="387">
                  <c:v>0.77481132075471693</c:v>
                </c:pt>
                <c:pt idx="388">
                  <c:v>0.77681341719077568</c:v>
                </c:pt>
                <c:pt idx="389">
                  <c:v>0.77881551362683432</c:v>
                </c:pt>
                <c:pt idx="390">
                  <c:v>0.78081761006289307</c:v>
                </c:pt>
                <c:pt idx="391">
                  <c:v>0.78281970649895172</c:v>
                </c:pt>
                <c:pt idx="392">
                  <c:v>0.78482180293501047</c:v>
                </c:pt>
                <c:pt idx="393">
                  <c:v>0.78682389937106911</c:v>
                </c:pt>
                <c:pt idx="394">
                  <c:v>0.78882599580712787</c:v>
                </c:pt>
                <c:pt idx="395">
                  <c:v>0.79082809224318651</c:v>
                </c:pt>
                <c:pt idx="396">
                  <c:v>0.79283018867924526</c:v>
                </c:pt>
                <c:pt idx="397">
                  <c:v>0.7948322851153039</c:v>
                </c:pt>
                <c:pt idx="398">
                  <c:v>0.79683438155136266</c:v>
                </c:pt>
                <c:pt idx="399">
                  <c:v>0.7988364779874213</c:v>
                </c:pt>
                <c:pt idx="400">
                  <c:v>0.80083857442348005</c:v>
                </c:pt>
                <c:pt idx="401">
                  <c:v>0.8028406708595387</c:v>
                </c:pt>
                <c:pt idx="402">
                  <c:v>0.80484276729559745</c:v>
                </c:pt>
                <c:pt idx="403">
                  <c:v>0.80684486373165609</c:v>
                </c:pt>
                <c:pt idx="404">
                  <c:v>0.80884696016771485</c:v>
                </c:pt>
                <c:pt idx="405">
                  <c:v>0.81084905660377349</c:v>
                </c:pt>
                <c:pt idx="406">
                  <c:v>0.81285115303983224</c:v>
                </c:pt>
                <c:pt idx="407">
                  <c:v>0.81485324947589088</c:v>
                </c:pt>
                <c:pt idx="408">
                  <c:v>0.81685534591194964</c:v>
                </c:pt>
                <c:pt idx="409">
                  <c:v>0.81885744234800828</c:v>
                </c:pt>
                <c:pt idx="410">
                  <c:v>0.82085953878406703</c:v>
                </c:pt>
                <c:pt idx="411">
                  <c:v>0.82286163522012579</c:v>
                </c:pt>
                <c:pt idx="412">
                  <c:v>0.82486373165618443</c:v>
                </c:pt>
                <c:pt idx="413">
                  <c:v>0.82686582809224318</c:v>
                </c:pt>
                <c:pt idx="414">
                  <c:v>0.82886792452830182</c:v>
                </c:pt>
                <c:pt idx="415">
                  <c:v>0.83087002096436058</c:v>
                </c:pt>
                <c:pt idx="416">
                  <c:v>0.83287211740041922</c:v>
                </c:pt>
                <c:pt idx="417">
                  <c:v>0.83487421383647797</c:v>
                </c:pt>
                <c:pt idx="418">
                  <c:v>0.83687631027253662</c:v>
                </c:pt>
                <c:pt idx="419">
                  <c:v>0.83887840670859537</c:v>
                </c:pt>
                <c:pt idx="420">
                  <c:v>0.84088050314465401</c:v>
                </c:pt>
                <c:pt idx="421">
                  <c:v>0.84288259958071277</c:v>
                </c:pt>
                <c:pt idx="422">
                  <c:v>0.84488469601677141</c:v>
                </c:pt>
                <c:pt idx="423">
                  <c:v>0.84688679245283016</c:v>
                </c:pt>
                <c:pt idx="424">
                  <c:v>0.8488888888888888</c:v>
                </c:pt>
                <c:pt idx="425">
                  <c:v>0.85089098532494756</c:v>
                </c:pt>
                <c:pt idx="426">
                  <c:v>0.8528930817610062</c:v>
                </c:pt>
                <c:pt idx="427">
                  <c:v>0.85489517819706495</c:v>
                </c:pt>
                <c:pt idx="428">
                  <c:v>0.8568972746331236</c:v>
                </c:pt>
                <c:pt idx="429">
                  <c:v>0.85889937106918235</c:v>
                </c:pt>
                <c:pt idx="430">
                  <c:v>0.86090146750524099</c:v>
                </c:pt>
                <c:pt idx="431">
                  <c:v>0.86290356394129974</c:v>
                </c:pt>
                <c:pt idx="432">
                  <c:v>0.86490566037735839</c:v>
                </c:pt>
                <c:pt idx="433">
                  <c:v>0.86690775681341714</c:v>
                </c:pt>
                <c:pt idx="434">
                  <c:v>0.86890985324947578</c:v>
                </c:pt>
                <c:pt idx="435">
                  <c:v>0.87091194968553454</c:v>
                </c:pt>
                <c:pt idx="436">
                  <c:v>0.87291404612159329</c:v>
                </c:pt>
                <c:pt idx="437">
                  <c:v>0.87491614255765193</c:v>
                </c:pt>
                <c:pt idx="438">
                  <c:v>0.87691823899371069</c:v>
                </c:pt>
                <c:pt idx="439">
                  <c:v>0.87892033542976933</c:v>
                </c:pt>
                <c:pt idx="440">
                  <c:v>0.88092243186582808</c:v>
                </c:pt>
                <c:pt idx="441">
                  <c:v>0.88292452830188672</c:v>
                </c:pt>
                <c:pt idx="442">
                  <c:v>0.88492662473794548</c:v>
                </c:pt>
                <c:pt idx="443">
                  <c:v>0.88692872117400412</c:v>
                </c:pt>
                <c:pt idx="444">
                  <c:v>0.88893081761006287</c:v>
                </c:pt>
                <c:pt idx="445">
                  <c:v>0.89093291404612152</c:v>
                </c:pt>
                <c:pt idx="446">
                  <c:v>0.89293501048218027</c:v>
                </c:pt>
                <c:pt idx="447">
                  <c:v>0.89493710691823891</c:v>
                </c:pt>
                <c:pt idx="448">
                  <c:v>0.89693920335429766</c:v>
                </c:pt>
                <c:pt idx="449">
                  <c:v>0.89894129979035631</c:v>
                </c:pt>
                <c:pt idx="450">
                  <c:v>0.90094339622641506</c:v>
                </c:pt>
                <c:pt idx="451">
                  <c:v>0.9029454926624737</c:v>
                </c:pt>
                <c:pt idx="452">
                  <c:v>0.90494758909853246</c:v>
                </c:pt>
                <c:pt idx="453">
                  <c:v>0.9069496855345911</c:v>
                </c:pt>
                <c:pt idx="454">
                  <c:v>0.90895178197064985</c:v>
                </c:pt>
                <c:pt idx="455">
                  <c:v>0.91095387840670849</c:v>
                </c:pt>
                <c:pt idx="456">
                  <c:v>0.91295597484276725</c:v>
                </c:pt>
                <c:pt idx="457">
                  <c:v>0.91495807127882589</c:v>
                </c:pt>
                <c:pt idx="458">
                  <c:v>0.91696016771488464</c:v>
                </c:pt>
                <c:pt idx="459">
                  <c:v>0.91896226415094329</c:v>
                </c:pt>
                <c:pt idx="460">
                  <c:v>0.92096436058700204</c:v>
                </c:pt>
                <c:pt idx="461">
                  <c:v>0.92296645702306079</c:v>
                </c:pt>
                <c:pt idx="462">
                  <c:v>0.92496855345911944</c:v>
                </c:pt>
                <c:pt idx="463">
                  <c:v>0.92697064989517819</c:v>
                </c:pt>
                <c:pt idx="464">
                  <c:v>0.92897274633123683</c:v>
                </c:pt>
                <c:pt idx="465">
                  <c:v>0.93097484276729559</c:v>
                </c:pt>
                <c:pt idx="466">
                  <c:v>0.93297693920335423</c:v>
                </c:pt>
                <c:pt idx="467">
                  <c:v>0.93497903563941298</c:v>
                </c:pt>
                <c:pt idx="468">
                  <c:v>0.93698113207547162</c:v>
                </c:pt>
                <c:pt idx="469">
                  <c:v>0.93898322851153038</c:v>
                </c:pt>
                <c:pt idx="470">
                  <c:v>0.94098532494758902</c:v>
                </c:pt>
                <c:pt idx="471">
                  <c:v>0.94298742138364777</c:v>
                </c:pt>
                <c:pt idx="472">
                  <c:v>0.94498951781970641</c:v>
                </c:pt>
                <c:pt idx="473">
                  <c:v>0.94699161425576517</c:v>
                </c:pt>
                <c:pt idx="474">
                  <c:v>0.94899371069182381</c:v>
                </c:pt>
                <c:pt idx="475">
                  <c:v>0.95099580712788256</c:v>
                </c:pt>
                <c:pt idx="476">
                  <c:v>0.95299790356394121</c:v>
                </c:pt>
                <c:pt idx="477">
                  <c:v>0.95499999999999996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D1-4CE9-8280-E9BC4E0F1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4781295"/>
        <c:axId val="1584781775"/>
      </c:lineChart>
      <c:catAx>
        <c:axId val="1584781295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b="1" dirty="0"/>
                  <a:t>Displacement</a:t>
                </a:r>
                <a:r>
                  <a:rPr lang="en-CA" b="1" baseline="0" dirty="0"/>
                  <a:t> along the Vessel (cm</a:t>
                </a:r>
                <a:r>
                  <a:rPr lang="en-CA" b="1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crossAx val="1584781775"/>
        <c:crosses val="autoZero"/>
        <c:auto val="1"/>
        <c:lblAlgn val="ctr"/>
        <c:lblOffset val="100"/>
        <c:noMultiLvlLbl val="0"/>
      </c:catAx>
      <c:valAx>
        <c:axId val="15847817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 (mL/s)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84781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28C8E-7BAD-4C37-9F0B-8CBDB03D4496}" type="datetimeFigureOut">
              <a:rPr lang="en-CA" smtClean="0"/>
              <a:t>25-Nov-2025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2E5A-F865-48ED-9E9D-E266E7C2A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28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Segars, William Paul, Jason Bond, John P.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Frush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, Sylvia Hon, Christopher P. Eckersley, Cameron H. Williams,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Jianqiao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 Feng, Daniel Jacob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Tward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, J. Tilak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Ratnanather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, M. I. Miller, Donald P.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Frush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 and Ehsan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Samei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. “Population of anatomically variable 4D XCAT adult phantoms for imaging research and optimization.” </a:t>
            </a:r>
            <a:r>
              <a:rPr lang="en-CA" b="0" i="1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Medical physics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 40 4 (2013): 043701 .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5957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637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F99E-A9A8-197F-C249-04EB0EDD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E01A9-C51D-F4C3-9A68-5CABDCD64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484B3-BF8A-7A92-E483-88E1BAC9D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Want to add actual mesh subset image from 3d mesh, also indicate what info we actually extracted from the mesh files for the purposes of the sim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25217-D794-A84B-8913-69DDF811F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0074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1113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482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C9EE-F12C-7DFF-4031-4E791FF6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60F874-4D21-BDB5-19C1-1DBDB1B30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C727A-AB6D-AD20-48DE-056BA2E8F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CC1AA-86B1-2D05-44F4-7226E242B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6771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happens when the BV reaches a compartment,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1160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AB25-5F88-4F69-F96C-C62AA896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B2799-BB92-7B57-9EA6-3311BA800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90380-7A54-A474-24AD-9DC040A29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6059F-F75B-AF85-4E68-556EA8A19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5857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D6D2-A7E6-FEE0-23BA-D1471B6E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172CC-907E-8E64-344D-7564423D8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05DCD-6F06-375E-5143-447698B31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92EE2-850B-62C8-2372-0D398F4AE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7384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9FF4-7456-1C00-39B0-8E0BCC91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72C21-177C-7784-8835-BA72759EA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B9B3F-E923-EFFB-95C6-08218DCED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FA52B-8CF4-CE2C-FB49-056B14DB3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8274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EFE3-04C5-2107-2D82-93B824CF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100FF-A29E-A96E-98AF-E2DE5B49E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875F4-6651-58C2-4DFF-A0F15446F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FC671-0F6D-6848-E1B2-5FAF5273F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479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used to determine the initial estimates, how we tuned the values and the resulting BV </a:t>
            </a:r>
            <a:r>
              <a:rPr lang="en-US" dirty="0" err="1"/>
              <a:t>dist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9498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38523-FB8D-563B-242F-1670D87CE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D289D-5489-3829-263C-93D1973CD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C4A82-2C6A-F648-183E-15D966D14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used to determine the initial estimates, how we tuned the values and the resulting BV </a:t>
            </a:r>
            <a:r>
              <a:rPr lang="en-US" dirty="0" err="1"/>
              <a:t>dist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3AACB-D536-42EA-E660-F758553DB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4856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87ECF-98DF-518A-C5BB-B4EAB2A0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113D2-1154-D57A-85CA-68B3B519A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D94B4-A289-30FA-C885-A2D9B2E62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1FE1E-3DAE-1815-91C4-08449F40F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6556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9551-FC57-7CC0-E7FF-A1BE0F10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A94D-CA8B-8128-CF98-638D26C90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9C22D-26CB-277F-8D94-EE865B768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482A2-9D57-BF3D-D60D-7FCE42538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750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07395-04F4-EFDB-CCD4-72F81C47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EDE8A-26A8-54CE-D4AE-302333E7F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F2336-A58F-CFFE-5E82-07FE82954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Heart compressed to one unit as opposed to multiple chambers</a:t>
            </a:r>
          </a:p>
          <a:p>
            <a:r>
              <a:rPr lang="en-US" dirty="0"/>
              <a:t>Spending great blood pool in veins. Compare avg transit time to test whether this is a sig issue.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840A4-F532-9BF7-E5B1-6D224552B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2397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6185-7FC3-3A1F-86EC-12DD390D2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7B3CB-EE2E-4E31-60E6-9F03BA3B6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3228B-6487-553D-F7BA-76491CC02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Uncert</a:t>
            </a:r>
            <a:r>
              <a:rPr lang="en-CA" dirty="0"/>
              <a:t> 0.4%, ran 10 sims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DF4B3-15CA-822B-D72B-AD0E4915C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4274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Uncert</a:t>
            </a:r>
            <a:r>
              <a:rPr lang="en-CA" dirty="0"/>
              <a:t> 0.4%, ran 10 sims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27191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1CCCD-176F-F572-0FBE-56598C56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3469A-8C0E-CB56-5882-941959BC2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332F4-FA11-4624-BF77-55B7C04EC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Uncert</a:t>
            </a:r>
            <a:r>
              <a:rPr lang="en-CA" dirty="0"/>
              <a:t> 0.4%, ran 10 sims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952A3-D319-6218-7EBB-7F9C1D194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4710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B5793-215A-5273-6220-FE034F655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61C8E-FAB5-C2EA-92D5-B59F8D97A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2DA0E-A0D3-DA25-355D-C2740C37B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Uncert</a:t>
            </a:r>
            <a:r>
              <a:rPr lang="en-CA" dirty="0"/>
              <a:t> 0.4%, ran 10 sims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8AA45-0723-CF54-D653-628520465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21680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52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90506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E854-16ED-E826-38F6-49D7D5EA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73EFC-CC87-D3FE-E566-ED464A6A0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C82C9-367D-31E6-5D55-EA5DF6B69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51CBB-A54C-D3B4-76CA-FC1736258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52993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92E4B-81BE-4B7A-B36D-25EE9615AC65}" type="slidenum">
              <a:rPr lang="en-CA" smtClean="0"/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9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F68B-5CDA-45F8-8FC6-8CC31496F2C0}" type="datetime1">
              <a:rPr lang="en-CA" smtClean="0"/>
              <a:t>25-Nov-2025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73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C00-40B8-4EDA-BCF9-010BAB3E9B10}" type="datetime1">
              <a:rPr lang="en-CA" smtClean="0"/>
              <a:t>25-Nov-2025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795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3C-08CC-43D5-8845-C649925EFB70}" type="datetime1">
              <a:rPr lang="en-CA" smtClean="0"/>
              <a:t>25-Nov-2025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338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09B4-FF6B-44BE-9FB1-59E724526725}" type="datetime1">
              <a:rPr lang="en-CA" smtClean="0"/>
              <a:t>25-Nov-2025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150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EDB9F-AB4A-4644-B1B1-ADD488636EFD}" type="datetime1">
              <a:rPr lang="en-CA" smtClean="0"/>
              <a:t>25-Nov-2025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249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9573-12B9-4DA2-AE6A-3DF248409BF9}" type="datetime1">
              <a:rPr lang="en-CA" smtClean="0"/>
              <a:t>25-Nov-2025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788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FC2F-8CC7-4537-A6D2-E86E24CBE470}" type="datetime1">
              <a:rPr lang="en-CA" smtClean="0"/>
              <a:t>25-Nov-2025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4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20AF02B-F510-4E59-9F48-4A2B2B1C7CCC}" type="datetime1">
              <a:rPr lang="en-CA" smtClean="0"/>
              <a:t>25-Nov-2025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153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96962-FC1B-4478-9758-77DD5C261549}" type="datetime1">
              <a:rPr lang="en-CA" smtClean="0"/>
              <a:t>25-Nov-2025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657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550-8411-4E2E-A2AF-8A063A660948}" type="datetime1">
              <a:rPr lang="en-CA" smtClean="0"/>
              <a:t>25-Nov-2025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93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E27D-A925-4B3D-83F5-ECDB550EC939}" type="datetime1">
              <a:rPr lang="en-CA" smtClean="0"/>
              <a:t>25-Nov-2025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2131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F51464-522D-45AA-8684-534AFC039EDB}" type="datetime1">
              <a:rPr lang="en-CA" smtClean="0"/>
              <a:t>25-Nov-2025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388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0360-3016(95)00164-T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image" Target="../media/image1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3C5D5-559B-DB34-F551-872857D43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643467"/>
            <a:ext cx="6255026" cy="5054008"/>
          </a:xfrm>
        </p:spPr>
        <p:txBody>
          <a:bodyPr anchor="ctr">
            <a:normAutofit/>
          </a:bodyPr>
          <a:lstStyle/>
          <a:p>
            <a:pPr algn="r"/>
            <a:r>
              <a:rPr lang="en-CA" dirty="0"/>
              <a:t>Committee Meeting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4DCCF-17DF-0EC1-4A6B-F7C87E1D8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995" y="643467"/>
            <a:ext cx="3341488" cy="5054008"/>
          </a:xfrm>
        </p:spPr>
        <p:txBody>
          <a:bodyPr anchor="ctr">
            <a:normAutofit/>
          </a:bodyPr>
          <a:lstStyle/>
          <a:p>
            <a:r>
              <a:rPr lang="en-CA" dirty="0"/>
              <a:t>Cassidy Northway</a:t>
            </a:r>
          </a:p>
          <a:p>
            <a:r>
              <a:rPr lang="en-CA" dirty="0"/>
              <a:t>PhD Candidate</a:t>
            </a:r>
          </a:p>
          <a:p>
            <a:r>
              <a:rPr lang="en-CA" dirty="0"/>
              <a:t>Nov 25, 2025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DB5DB-8369-9406-60F3-48F547A2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6290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5876F-7321-AB1C-1311-FBA15F99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B8A0-D3E8-31F9-6054-2B57F998B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Review Thesis Question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Present Project 1 – Total Body Blood Flow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Present Preliminary Results of Project 2 – Heterogeneity of Dose: Sweeping Co-60 TBI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Discuss remainder of Project 2 and Project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Discuss publications and body of thesis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Questions and Discussions</a:t>
            </a:r>
          </a:p>
          <a:p>
            <a:pPr marL="0" indent="0">
              <a:buNone/>
            </a:pPr>
            <a:r>
              <a:rPr lang="en-CA" dirty="0"/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C3F1F-161F-9BD6-659F-A051976A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st tubes with samples on a test tube rack">
            <a:extLst>
              <a:ext uri="{FF2B5EF4-FFF2-40B4-BE49-F238E27FC236}">
                <a16:creationId xmlns:a16="http://schemas.microsoft.com/office/drawing/2014/main" id="{ACC58218-B780-A68B-7D4D-DBFEAB365E2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4118" b="16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BA7F1E-7AD8-E0BE-C6F1-CDFB9394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200"/>
              <a:t>How heterogenous is the dose delivered to the circulating blood volume during TBI?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5BB48-05EA-2CA9-E10C-CC8AF741A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455621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12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0988-6744-1734-F5BE-D27ADC304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 dirty="0"/>
              <a:t>Thesis Proposal: Reviewed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430AD-B666-A202-060D-B0383A6AD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US" dirty="0"/>
              <a:t>In-silico, track the flow of blood voxels through a </a:t>
            </a:r>
            <a:r>
              <a:rPr lang="en-US" u="sng" dirty="0"/>
              <a:t>whole-body phantom</a:t>
            </a:r>
            <a:r>
              <a:rPr lang="en-US" dirty="0"/>
              <a:t> undergoing TBI, calculate their cumulative dose, and compare the dose to the voxels.</a:t>
            </a:r>
          </a:p>
          <a:p>
            <a:r>
              <a:rPr lang="en-US" dirty="0"/>
              <a:t>Whole Body Phantom (4D XCAT) model will unite a blood flow model and Monte Carlo (MC) Simulations to determine dose.</a:t>
            </a:r>
          </a:p>
          <a:p>
            <a:r>
              <a:rPr lang="en-US" dirty="0"/>
              <a:t>Model the following delivery methods in MC: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Sweeping Co-60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Extended POP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VMAT TBI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263E8-46DC-95E0-079F-D585E49A64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65" r="1345"/>
          <a:stretch/>
        </p:blipFill>
        <p:spPr>
          <a:xfrm>
            <a:off x="8020570" y="1916318"/>
            <a:ext cx="3564878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4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</a:t>
            </a:fld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478FF-6B83-B8B6-6E25-37D82C9B56F7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ABC374-3118-1735-2855-34CF3258D774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77DA0B4-CB4D-A702-23E4-9DD05A9E2375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DF2847-7B8C-697E-BC1D-62C4E847C5DC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7C0BCA-D334-4F3D-9DBC-4046F67404C5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D9F3D4-D022-BE1D-3FD7-E262CC61E2B7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35A133-F7F0-142B-3A4C-20C5BA16087A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7C596D3-EE64-8890-2FB0-8ACEA2A6242E}"/>
              </a:ext>
            </a:extLst>
          </p:cNvPr>
          <p:cNvSpPr txBox="1"/>
          <p:nvPr/>
        </p:nvSpPr>
        <p:spPr>
          <a:xfrm>
            <a:off x="4497161" y="3534032"/>
            <a:ext cx="319767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Presented at COMP 2025</a:t>
            </a:r>
          </a:p>
        </p:txBody>
      </p:sp>
    </p:spTree>
    <p:extLst>
      <p:ext uri="{BB962C8B-B14F-4D97-AF65-F5344CB8AC3E}">
        <p14:creationId xmlns:p14="http://schemas.microsoft.com/office/powerpoint/2010/main" val="1375378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6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XCAT Phantom</a:t>
            </a:r>
            <a:endParaRPr lang="en-CA" sz="2400" dirty="0"/>
          </a:p>
        </p:txBody>
      </p:sp>
      <p:pic>
        <p:nvPicPr>
          <p:cNvPr id="1028" name="Picture 4" descr="FIG. 1. (Top) 50th percentile male (left) and female (right) whole-body anatomies of the XCAT phantom. (Bottom) 4D cardiac and respiratory models of the XCAT.">
            <a:extLst>
              <a:ext uri="{FF2B5EF4-FFF2-40B4-BE49-F238E27FC236}">
                <a16:creationId xmlns:a16="http://schemas.microsoft.com/office/drawing/2014/main" id="{0FDE35D2-D892-292C-8227-070A4B676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" r="50593" b="50897"/>
          <a:stretch/>
        </p:blipFill>
        <p:spPr bwMode="auto">
          <a:xfrm>
            <a:off x="166007" y="1579351"/>
            <a:ext cx="4226135" cy="359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02DE99-58DC-A321-6824-77A50E0C508E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Segars, W P et al. “4D XCAT phantom for multimodality imaging research.” </a:t>
            </a:r>
            <a:r>
              <a:rPr lang="en-CA" sz="1200" b="0" i="1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Medical physics</a:t>
            </a:r>
            <a:r>
              <a:rPr lang="en-CA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 vol. 37, no. 9, 2010. </a:t>
            </a:r>
            <a:endParaRPr lang="en-CA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42AAF5-052D-39E4-8A99-B7EA99B9A90A}"/>
              </a:ext>
            </a:extLst>
          </p:cNvPr>
          <p:cNvSpPr/>
          <p:nvPr/>
        </p:nvSpPr>
        <p:spPr>
          <a:xfrm>
            <a:off x="4578522" y="501649"/>
            <a:ext cx="2662771" cy="550338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 descr="A white x-ray of a human body&#10;&#10;AI-generated content may be incorrect.">
            <a:extLst>
              <a:ext uri="{FF2B5EF4-FFF2-40B4-BE49-F238E27FC236}">
                <a16:creationId xmlns:a16="http://schemas.microsoft.com/office/drawing/2014/main" id="{B9CE32B8-A329-E5D7-2ADB-F274470203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r="37895"/>
          <a:stretch/>
        </p:blipFill>
        <p:spPr>
          <a:xfrm>
            <a:off x="4645039" y="48768"/>
            <a:ext cx="2430534" cy="624317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A6F8DE3-62F5-9D43-9240-6C33776E88B5}"/>
              </a:ext>
            </a:extLst>
          </p:cNvPr>
          <p:cNvSpPr/>
          <p:nvPr/>
        </p:nvSpPr>
        <p:spPr>
          <a:xfrm>
            <a:off x="7427673" y="1639513"/>
            <a:ext cx="2237117" cy="2609491"/>
          </a:xfrm>
          <a:prstGeom prst="rightArrow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80E1B-132F-5538-F758-261075BABD2D}"/>
              </a:ext>
            </a:extLst>
          </p:cNvPr>
          <p:cNvSpPr txBox="1"/>
          <p:nvPr/>
        </p:nvSpPr>
        <p:spPr>
          <a:xfrm>
            <a:off x="7522235" y="2263846"/>
            <a:ext cx="1897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Geometric </a:t>
            </a:r>
          </a:p>
          <a:p>
            <a:r>
              <a:rPr lang="en-CA" sz="2000" dirty="0"/>
              <a:t> </a:t>
            </a:r>
            <a:r>
              <a:rPr lang="en-CA" sz="2000" dirty="0">
                <a:solidFill>
                  <a:schemeClr val="bg2"/>
                </a:solidFill>
              </a:rPr>
              <a:t> n </a:t>
            </a:r>
            <a:r>
              <a:rPr lang="en-CA" sz="2000" dirty="0"/>
              <a:t>Information</a:t>
            </a:r>
          </a:p>
          <a:p>
            <a:r>
              <a:rPr lang="en-CA" sz="2000" dirty="0"/>
              <a:t>Connectivity                                                        </a:t>
            </a:r>
            <a:r>
              <a:rPr lang="en-CA" sz="2000" dirty="0" err="1">
                <a:solidFill>
                  <a:schemeClr val="bg2"/>
                </a:solidFill>
              </a:rPr>
              <a:t>nn</a:t>
            </a:r>
            <a:r>
              <a:rPr lang="en-CA" sz="2000" dirty="0" err="1"/>
              <a:t>Map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917552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342C-52E4-E269-E51D-DEC71FD4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B6B3A-8689-9515-5BF3-FEE1CE62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7</a:t>
            </a:fld>
            <a:endParaRPr lang="en-CA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F4D68013-495E-3968-2ACD-E4E2734CADBC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12C1DA-18CC-9F8F-407E-C0162982FDA8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XCAT Phantom</a:t>
            </a:r>
            <a:endParaRPr lang="en-CA" sz="2400" dirty="0"/>
          </a:p>
        </p:txBody>
      </p:sp>
      <p:pic>
        <p:nvPicPr>
          <p:cNvPr id="1028" name="Picture 4" descr="FIG. 1. (Top) 50th percentile male (left) and female (right) whole-body anatomies of the XCAT phantom. (Bottom) 4D cardiac and respiratory models of the XCAT.">
            <a:extLst>
              <a:ext uri="{FF2B5EF4-FFF2-40B4-BE49-F238E27FC236}">
                <a16:creationId xmlns:a16="http://schemas.microsoft.com/office/drawing/2014/main" id="{D0B17008-3273-E7D9-E8E6-DB2C012092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2" r="50593" b="50897"/>
          <a:stretch/>
        </p:blipFill>
        <p:spPr bwMode="auto">
          <a:xfrm>
            <a:off x="166007" y="1579351"/>
            <a:ext cx="4226135" cy="359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B89845-1344-CB73-1A72-C65AE0C6F8AA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Segars, W P et al. “4D XCAT phantom for multimodality imaging research.” </a:t>
            </a:r>
            <a:r>
              <a:rPr lang="en-CA" sz="1200" b="0" i="1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Medical physics</a:t>
            </a:r>
            <a:r>
              <a:rPr lang="en-CA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 vol. 37, no. 9, 2010. </a:t>
            </a:r>
            <a:endParaRPr lang="en-CA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CF56B6-B5D3-5ACE-058D-679ED5912405}"/>
              </a:ext>
            </a:extLst>
          </p:cNvPr>
          <p:cNvSpPr/>
          <p:nvPr/>
        </p:nvSpPr>
        <p:spPr>
          <a:xfrm>
            <a:off x="4578522" y="501649"/>
            <a:ext cx="2662771" cy="550338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5" name="Picture 4" descr="A white x-ray of a human body&#10;&#10;AI-generated content may be incorrect.">
            <a:extLst>
              <a:ext uri="{FF2B5EF4-FFF2-40B4-BE49-F238E27FC236}">
                <a16:creationId xmlns:a16="http://schemas.microsoft.com/office/drawing/2014/main" id="{CBC60490-3D2C-DF7E-0323-AB27F2F901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r="37895"/>
          <a:stretch/>
        </p:blipFill>
        <p:spPr>
          <a:xfrm>
            <a:off x="4645039" y="48768"/>
            <a:ext cx="2430534" cy="6243176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96B5303-BD1E-F229-9797-0EC117B3138A}"/>
              </a:ext>
            </a:extLst>
          </p:cNvPr>
          <p:cNvSpPr/>
          <p:nvPr/>
        </p:nvSpPr>
        <p:spPr>
          <a:xfrm>
            <a:off x="7427673" y="1639513"/>
            <a:ext cx="2237117" cy="2609491"/>
          </a:xfrm>
          <a:prstGeom prst="rightArrow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76603-4621-15F4-E70A-9B767D8C72A7}"/>
              </a:ext>
            </a:extLst>
          </p:cNvPr>
          <p:cNvSpPr txBox="1"/>
          <p:nvPr/>
        </p:nvSpPr>
        <p:spPr>
          <a:xfrm>
            <a:off x="7522235" y="2263846"/>
            <a:ext cx="1897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Geometric </a:t>
            </a:r>
          </a:p>
          <a:p>
            <a:r>
              <a:rPr lang="en-CA" sz="2000" dirty="0"/>
              <a:t> </a:t>
            </a:r>
            <a:r>
              <a:rPr lang="en-CA" sz="2000" dirty="0">
                <a:solidFill>
                  <a:schemeClr val="bg2"/>
                </a:solidFill>
              </a:rPr>
              <a:t> n </a:t>
            </a:r>
            <a:r>
              <a:rPr lang="en-CA" sz="2000" dirty="0"/>
              <a:t>Information</a:t>
            </a:r>
          </a:p>
          <a:p>
            <a:r>
              <a:rPr lang="en-CA" sz="2000" dirty="0"/>
              <a:t>Connectivity                                                        </a:t>
            </a:r>
            <a:r>
              <a:rPr lang="en-CA" sz="2000" dirty="0" err="1">
                <a:solidFill>
                  <a:schemeClr val="bg2"/>
                </a:solidFill>
              </a:rPr>
              <a:t>nn</a:t>
            </a:r>
            <a:r>
              <a:rPr lang="en-CA" sz="2000" dirty="0" err="1"/>
              <a:t>Map</a:t>
            </a:r>
            <a:endParaRPr lang="en-CA" sz="2000" dirty="0"/>
          </a:p>
        </p:txBody>
      </p:sp>
      <p:pic>
        <p:nvPicPr>
          <p:cNvPr id="14" name="Picture 13" descr="A diagram of a human body&#10;&#10;AI-generated content may be incorrect.">
            <a:extLst>
              <a:ext uri="{FF2B5EF4-FFF2-40B4-BE49-F238E27FC236}">
                <a16:creationId xmlns:a16="http://schemas.microsoft.com/office/drawing/2014/main" id="{AEEC3C7E-EA88-FB06-DA21-7E16105AC2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684" y="98730"/>
            <a:ext cx="3293097" cy="610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81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8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</a:t>
            </a:r>
            <a:endParaRPr lang="en-CA" sz="2400" dirty="0"/>
          </a:p>
        </p:txBody>
      </p:sp>
      <p:pic>
        <p:nvPicPr>
          <p:cNvPr id="3" name="Picture 2" descr="A diagram of a human body&#10;&#10;AI-generated content may be incorrect.">
            <a:extLst>
              <a:ext uri="{FF2B5EF4-FFF2-40B4-BE49-F238E27FC236}">
                <a16:creationId xmlns:a16="http://schemas.microsoft.com/office/drawing/2014/main" id="{C0BE0F0D-BFFE-3186-794E-C1A60F005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649"/>
            <a:ext cx="3068908" cy="5689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4BBA65-642F-12FE-08F2-32F50921AC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2568" y="114299"/>
            <a:ext cx="2796653" cy="5184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3DDC53-58FC-A6CE-15F7-E98B30706D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1789" y="162735"/>
            <a:ext cx="2770527" cy="5136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4B96F-D02F-FA2C-0755-8348A0EA9A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4414" y="162735"/>
            <a:ext cx="2770527" cy="51362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AA928D-3CE3-B737-1CF4-18E7DE10A3D4}"/>
              </a:ext>
            </a:extLst>
          </p:cNvPr>
          <p:cNvSpPr txBox="1"/>
          <p:nvPr/>
        </p:nvSpPr>
        <p:spPr>
          <a:xfrm>
            <a:off x="2683192" y="1345721"/>
            <a:ext cx="7473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chemeClr val="accent2"/>
                </a:solidFill>
              </a:rPr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21DAE-0A17-20F9-12B0-DE541CD7081F}"/>
              </a:ext>
            </a:extLst>
          </p:cNvPr>
          <p:cNvSpPr txBox="1"/>
          <p:nvPr/>
        </p:nvSpPr>
        <p:spPr>
          <a:xfrm>
            <a:off x="5501476" y="1260113"/>
            <a:ext cx="7473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chemeClr val="accent2"/>
                </a:solidFill>
              </a:rPr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69129F-386C-69A8-14DF-9E6BC09DA428}"/>
              </a:ext>
            </a:extLst>
          </p:cNvPr>
          <p:cNvSpPr txBox="1"/>
          <p:nvPr/>
        </p:nvSpPr>
        <p:spPr>
          <a:xfrm>
            <a:off x="8369925" y="1345721"/>
            <a:ext cx="7473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800" dirty="0">
                <a:solidFill>
                  <a:schemeClr val="accent2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49479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9</a:t>
            </a:fld>
            <a:endParaRPr lang="en-CA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Arteries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B216E-347B-7E58-666D-2C23B6E20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001889-6846-5F46-6E2F-13EE9E8F35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3041220"/>
              </p:ext>
            </p:extLst>
          </p:nvPr>
        </p:nvGraphicFramePr>
        <p:xfrm>
          <a:off x="5506528" y="11429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DB7383-9841-C1D9-CEBC-99E27BEF220F}"/>
                  </a:ext>
                </a:extLst>
              </p:cNvPr>
              <p:cNvSpPr txBox="1"/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CA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DB7383-9841-C1D9-CEBC-99E27BEF2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blipFill>
                <a:blip r:embed="rId5"/>
                <a:stretch>
                  <a:fillRect l="-3191" b="-11688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0C3D028-B6F3-DDAF-4858-3219E26763F0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Alastruey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 J, Parker KH, Sherwin SJ. Arterial pulse wave </a:t>
            </a:r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haemodynamics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. In Anderson S, editor, 11th International Conference on Pressure Surges. Lisbon: Virtual </a:t>
            </a:r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PiE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 Led t/a BHR Group. 2012. p. 401-443</a:t>
            </a:r>
            <a:r>
              <a:rPr lang="en-US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linkMacSystemFont"/>
              </a:rPr>
              <a:t>.</a:t>
            </a:r>
            <a:endParaRPr lang="en-CA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4042FC0-0FFD-5F9F-0C5F-9938899108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702" y="0"/>
            <a:ext cx="2206298" cy="102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89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893EC-3CD6-7204-C3D3-95F688F1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C597-C5D4-1D44-231C-7CB1D59F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10</a:t>
            </a:fld>
            <a:endParaRPr lang="en-CA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3EAE2F9C-4268-0893-0454-C3B58E7CC4F4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9478EB-1717-8816-024D-A3918226EE22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Arteries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7B5EC-99C7-7DE2-4D92-7566F04CC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4094AFB-B100-DC90-F1D1-D0ACE0CDB8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2132940"/>
              </p:ext>
            </p:extLst>
          </p:nvPr>
        </p:nvGraphicFramePr>
        <p:xfrm>
          <a:off x="5506528" y="11429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559284-E6D8-1047-379A-02A84FEE425A}"/>
              </a:ext>
            </a:extLst>
          </p:cNvPr>
          <p:cNvCxnSpPr/>
          <p:nvPr/>
        </p:nvCxnSpPr>
        <p:spPr>
          <a:xfrm>
            <a:off x="7606348" y="3134958"/>
            <a:ext cx="0" cy="12652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9D1FA0-F366-1036-646E-C095AE55650D}"/>
              </a:ext>
            </a:extLst>
          </p:cNvPr>
          <p:cNvCxnSpPr>
            <a:cxnSpLocks/>
          </p:cNvCxnSpPr>
          <p:nvPr/>
        </p:nvCxnSpPr>
        <p:spPr>
          <a:xfrm flipH="1">
            <a:off x="6920180" y="4400166"/>
            <a:ext cx="655607" cy="114374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6BDDC75-AE24-3F5C-E1AD-03D2A16A3396}"/>
              </a:ext>
            </a:extLst>
          </p:cNvPr>
          <p:cNvCxnSpPr>
            <a:cxnSpLocks/>
          </p:cNvCxnSpPr>
          <p:nvPr/>
        </p:nvCxnSpPr>
        <p:spPr>
          <a:xfrm>
            <a:off x="7617849" y="4400166"/>
            <a:ext cx="626853" cy="1058173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243C1564-906C-A8D8-8E44-34A86F156EC0}"/>
              </a:ext>
            </a:extLst>
          </p:cNvPr>
          <p:cNvSpPr/>
          <p:nvPr/>
        </p:nvSpPr>
        <p:spPr>
          <a:xfrm>
            <a:off x="7540215" y="4339781"/>
            <a:ext cx="132265" cy="12077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973530-7453-9185-1220-F9F086C7A672}"/>
                  </a:ext>
                </a:extLst>
              </p:cNvPr>
              <p:cNvSpPr txBox="1"/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CA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400" i="1" dirty="0" err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973530-7453-9185-1220-F9F086C7A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718" y="1175054"/>
                <a:ext cx="1135810" cy="461665"/>
              </a:xfrm>
              <a:prstGeom prst="rect">
                <a:avLst/>
              </a:prstGeom>
              <a:blipFill>
                <a:blip r:embed="rId5"/>
                <a:stretch>
                  <a:fillRect l="-3191" b="-11688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EEEE05-F533-0D20-7E55-7007D7533910}"/>
                  </a:ext>
                </a:extLst>
              </p:cNvPr>
              <p:cNvSpPr txBox="1"/>
              <p:nvPr/>
            </p:nvSpPr>
            <p:spPr>
              <a:xfrm>
                <a:off x="3043689" y="3669940"/>
                <a:ext cx="4045783" cy="86132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6EEEE05-F533-0D20-7E55-7007D7533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689" y="3669940"/>
                <a:ext cx="4045783" cy="8613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E6C15D-FD7A-94DC-6923-FE62E5D45FBF}"/>
                  </a:ext>
                </a:extLst>
              </p:cNvPr>
              <p:cNvSpPr txBox="1"/>
              <p:nvPr/>
            </p:nvSpPr>
            <p:spPr>
              <a:xfrm>
                <a:off x="8055636" y="3669940"/>
                <a:ext cx="4045783" cy="86132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CA" sz="2400" b="1" i="1" dirty="0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n-CA" sz="2400" b="1" i="1" dirty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CA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CA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E6C15D-FD7A-94DC-6923-FE62E5D45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636" y="3669940"/>
                <a:ext cx="4045783" cy="8613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C99395B6-4C55-6DA3-D5CF-B8B8F3989562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Alastruey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 J, Parker KH, Sherwin SJ. Arterial pulse wave </a:t>
            </a:r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haemodynamics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. In Anderson S, editor, 11th International Conference on Pressure Surges. Lisbon: Virtual </a:t>
            </a:r>
            <a:r>
              <a:rPr lang="en-CA" sz="1200" b="0" i="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PiE</a:t>
            </a:r>
            <a:r>
              <a:rPr lang="en-CA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xus Sans Pro"/>
              </a:rPr>
              <a:t> Led t/a BHR Group. 2012. p. 401-443</a:t>
            </a:r>
            <a:r>
              <a:rPr lang="en-US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BlinkMacSystemFont"/>
              </a:rPr>
              <a:t>.</a:t>
            </a:r>
            <a:endParaRPr lang="en-CA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6CF774D-E0DB-3505-EDB7-9E41389AF8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5702" y="0"/>
            <a:ext cx="2206298" cy="102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6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11</a:t>
            </a:fld>
            <a:endParaRPr lang="en-CA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DD4C8-2BAE-0CCC-636D-64822F1D8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E75B4-202A-171C-5BE9-115758F35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95BCD4-BD2B-5581-B5FA-1E3599946FE2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DE22EA-E6D5-A4CA-5670-1E54DCD5B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D88F50C-D228-4E67-3011-2A6FFEDF0D87}"/>
              </a:ext>
            </a:extLst>
          </p:cNvPr>
          <p:cNvSpPr/>
          <p:nvPr/>
        </p:nvSpPr>
        <p:spPr>
          <a:xfrm>
            <a:off x="2751173" y="4963074"/>
            <a:ext cx="955853" cy="1275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B41D34-9435-2D80-614E-5F283E8BC6C4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</p:spTree>
    <p:extLst>
      <p:ext uri="{BB962C8B-B14F-4D97-AF65-F5344CB8AC3E}">
        <p14:creationId xmlns:p14="http://schemas.microsoft.com/office/powerpoint/2010/main" val="1045741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2C9C-921E-8952-0B37-77DE1F3EE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B47B3-89E7-A1CB-324A-91B53589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12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699951-79D7-0809-2837-360FA3B741CC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455AB62-91AC-F944-CFE4-E699B34E01B2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42F391-DA1F-E2ED-C011-6763F4A8D3B3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E45FF-1286-75AF-8E1F-DE7576F53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DA46F-7147-5E50-CFF8-C8893986C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AF1B80-E5DB-4FE2-E946-3D9176730C61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5EEC87-C5F5-4D11-FB2E-781B5E5E3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173" y="922613"/>
            <a:ext cx="4676809" cy="35528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D304C3-CB54-2A18-93F2-C729251D3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2E6E51-FE30-1672-6DEC-AEC1422B29BF}"/>
              </a:ext>
            </a:extLst>
          </p:cNvPr>
          <p:cNvSpPr/>
          <p:nvPr/>
        </p:nvSpPr>
        <p:spPr>
          <a:xfrm>
            <a:off x="2751173" y="4963074"/>
            <a:ext cx="955853" cy="1275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277B84-812A-0B80-C38E-6CDCBC02700A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</p:spTree>
    <p:extLst>
      <p:ext uri="{BB962C8B-B14F-4D97-AF65-F5344CB8AC3E}">
        <p14:creationId xmlns:p14="http://schemas.microsoft.com/office/powerpoint/2010/main" val="1069020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DE72-0E0B-90F4-F339-0C2CEC4F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237B6-DE2F-F465-165F-BFB85AB4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13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5EA2A5-488E-F27F-750C-996C462E7A5D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DDC68BC3-6D16-DA1E-5FD3-BBE18D4B1ED4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48761-3FB9-238A-9406-218949DEE56F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- </a:t>
            </a:r>
            <a:r>
              <a:rPr lang="en-US" sz="2400" b="1" dirty="0"/>
              <a:t>Compartments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963AD-26A0-E57F-0678-417CE4B0F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1C4775-1598-4839-0F1D-4CEB9428C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077" y="804523"/>
            <a:ext cx="3643555" cy="3789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67556-4F1C-3EB0-8DB9-663420671866}"/>
              </a:ext>
            </a:extLst>
          </p:cNvPr>
          <p:cNvSpPr txBox="1"/>
          <p:nvPr/>
        </p:nvSpPr>
        <p:spPr>
          <a:xfrm>
            <a:off x="53999" y="6356350"/>
            <a:ext cx="11711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12121"/>
                </a:solidFill>
                <a:effectLst/>
                <a:latin typeface="BlinkMacSystemFont"/>
              </a:rPr>
              <a:t>Leggett RW, Williams LR. A proposed blood circulation model for Reference Man. Health Phys. 1995 Aug;69(2):187-201.</a:t>
            </a:r>
            <a:endParaRPr lang="en-CA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C75EBD-FB90-846F-8710-CF6D5317C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173" y="922613"/>
            <a:ext cx="4676809" cy="35528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848A20-9ED0-8439-0689-975F532F1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034" y="4963074"/>
            <a:ext cx="7852447" cy="12751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E3F353-C7D8-A8C1-0BDF-55527BD3B174}"/>
              </a:ext>
            </a:extLst>
          </p:cNvPr>
          <p:cNvSpPr/>
          <p:nvPr/>
        </p:nvSpPr>
        <p:spPr>
          <a:xfrm>
            <a:off x="2751173" y="4963074"/>
            <a:ext cx="955853" cy="1275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44AE7D-EBC8-1BA2-E0B9-5A44E56A4E3E}"/>
              </a:ext>
            </a:extLst>
          </p:cNvPr>
          <p:cNvSpPr txBox="1"/>
          <p:nvPr/>
        </p:nvSpPr>
        <p:spPr>
          <a:xfrm>
            <a:off x="2750285" y="5400611"/>
            <a:ext cx="146074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CA" sz="2000" dirty="0"/>
              <a:t>Dwell 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057B9-121F-3377-5F0C-EDCF2CBDD9EA}"/>
              </a:ext>
            </a:extLst>
          </p:cNvPr>
          <p:cNvSpPr/>
          <p:nvPr/>
        </p:nvSpPr>
        <p:spPr>
          <a:xfrm>
            <a:off x="3163824" y="2697479"/>
            <a:ext cx="877824" cy="1828057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D9E28-4969-4AEC-D6A1-1D8BCD060410}"/>
              </a:ext>
            </a:extLst>
          </p:cNvPr>
          <p:cNvSpPr/>
          <p:nvPr/>
        </p:nvSpPr>
        <p:spPr>
          <a:xfrm>
            <a:off x="7635240" y="3172968"/>
            <a:ext cx="722376" cy="362772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5419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6374D-2E8A-DCE0-5E2B-6F3D5D2F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83E86-2010-6D1A-EF0A-ED662CC9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14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9F399C-09C3-7269-6916-06E0A82E65BD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2031726B-9129-41F4-B2B2-423F49A78D1A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E863E-BB63-9212-3060-82E75D78B745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55774-18EE-4CCC-8792-9BAE46502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43D9EEA-A403-45DA-5F1E-02C4F5686E61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755844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B7FF2-F17D-17C3-8328-472EAB1C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8F184-6774-62A5-C28B-7FC26736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15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9DE24A-0BDC-3198-69DE-0EB949F42CC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3A7451DB-B557-5ECD-67EC-0AA480BD6BEA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6406EB-31C0-7E46-EC53-F205A17289D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6C16B-C74D-64D0-2285-730E7920A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ED6EB8-4694-F23D-17D1-F35128E0AC0C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04CEF93-766E-0A4D-64EA-2638E9F9E0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9728261"/>
              </p:ext>
            </p:extLst>
          </p:nvPr>
        </p:nvGraphicFramePr>
        <p:xfrm>
          <a:off x="5558248" y="215893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711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16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EA2FD-7C02-8015-FE3F-6D2753BF3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CF2927-6D1A-8464-0A5C-D11172ED7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701" y="741203"/>
            <a:ext cx="5285354" cy="401514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01E08B3-AE1E-940E-45FF-14DF6F9DC286}"/>
              </a:ext>
            </a:extLst>
          </p:cNvPr>
          <p:cNvSpPr/>
          <p:nvPr/>
        </p:nvSpPr>
        <p:spPr>
          <a:xfrm>
            <a:off x="5020056" y="3326652"/>
            <a:ext cx="932688" cy="378720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97808-DB44-6728-8F76-0B702CE269AE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Blanco, P.J., Watanabe, S.M., Dari, E.A. et al. Blood flow distribution in an anatomically detailed arterial network model: criteria and algorithms. 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Biomech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Model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Mechanobiol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 13, 1303–1330 (2014).</a:t>
            </a:r>
          </a:p>
        </p:txBody>
      </p:sp>
    </p:spTree>
    <p:extLst>
      <p:ext uri="{BB962C8B-B14F-4D97-AF65-F5344CB8AC3E}">
        <p14:creationId xmlns:p14="http://schemas.microsoft.com/office/powerpoint/2010/main" val="1211893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CF63-8908-3047-371E-3B6057B92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E22E0-82B6-3C90-E669-ED0C4064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17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56FBBD-9A8E-F48D-6467-EE65C78B5BF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4686CEC1-707F-42EE-356D-95CECADE8F76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89DA6-E321-7F11-2474-0234A0048E26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3CC16-D1F2-0AEC-9530-7B04C1C05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5" name="Picture 4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B3E83E36-B339-2EED-42F9-B1CF343989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070" y="501648"/>
            <a:ext cx="7628238" cy="544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72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70BAF-813A-83BA-E377-6179035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E7EDF-FAE2-3CE1-EFFD-CB13476E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18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3780B3-E8E3-7F0D-E9E5-DEF96A05FDF6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9B9F5DA-389A-0B1C-19F9-5AF608839C8B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414385-DB20-EDB7-4AF9-0CC375151796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8CE51-B8FD-D5D4-05D6-A761A52B1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pic>
        <p:nvPicPr>
          <p:cNvPr id="5" name="Picture 4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C8579DE9-2340-3ADF-7090-9A0FB4A27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070" y="501648"/>
            <a:ext cx="7628238" cy="5446069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C13B978-F31D-C298-82DB-8208A00ECA6B}"/>
              </a:ext>
            </a:extLst>
          </p:cNvPr>
          <p:cNvSpPr/>
          <p:nvPr/>
        </p:nvSpPr>
        <p:spPr>
          <a:xfrm rot="2109551">
            <a:off x="8484062" y="3511533"/>
            <a:ext cx="1350627" cy="578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3221B0E-0B70-3589-AC25-3D4D5EAE09AB}"/>
              </a:ext>
            </a:extLst>
          </p:cNvPr>
          <p:cNvSpPr/>
          <p:nvPr/>
        </p:nvSpPr>
        <p:spPr>
          <a:xfrm rot="3025970">
            <a:off x="9202831" y="2477480"/>
            <a:ext cx="1350627" cy="578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8695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4F43-C940-5B4C-2C98-0C009FFE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43D3-3984-403D-E672-FEBAFB7F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19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770288-6DCB-1CC6-F152-5AAD17F3FC09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93A8A7A7-BA9D-101C-459A-1CF75ECDC32D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4F357-AAD0-DE56-501D-45D84BDD294A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 – Mean Return Time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ED38C-9124-AF29-8FD0-5015C7501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85A621-6C8A-D290-3F4A-D23A71B7D4AC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Shin J, Xing S, McCullum L,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Hammi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A,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Pursley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J, Correa CA, Withrow J, Domal S,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Bolch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W,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Paganetti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H,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Grassberger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C. HEDOS-a computational tool to assess radiation dose to circulating blood cells during external beam radiotherapy based on whole-body blood flow simulations. Phys Med Biol. 2021 Aug 3;66(16)</a:t>
            </a:r>
            <a:endParaRPr lang="en-CA" sz="1200" dirty="0">
              <a:solidFill>
                <a:srgbClr val="212121"/>
              </a:solidFill>
              <a:latin typeface="BlinkMacSystemFont"/>
            </a:endParaRPr>
          </a:p>
        </p:txBody>
      </p:sp>
      <p:pic>
        <p:nvPicPr>
          <p:cNvPr id="17" name="Graphic 16" descr="Heart organ outline">
            <a:extLst>
              <a:ext uri="{FF2B5EF4-FFF2-40B4-BE49-F238E27FC236}">
                <a16:creationId xmlns:a16="http://schemas.microsoft.com/office/drawing/2014/main" id="{7373F203-7BA8-5E3C-198C-9751FDF112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8547" y="891255"/>
            <a:ext cx="1269355" cy="1269355"/>
          </a:xfrm>
          <a:prstGeom prst="rect">
            <a:avLst/>
          </a:prstGeom>
        </p:spPr>
      </p:pic>
      <p:pic>
        <p:nvPicPr>
          <p:cNvPr id="23" name="Graphic 22" descr="Heart organ outline">
            <a:extLst>
              <a:ext uri="{FF2B5EF4-FFF2-40B4-BE49-F238E27FC236}">
                <a16:creationId xmlns:a16="http://schemas.microsoft.com/office/drawing/2014/main" id="{4DFDA764-6CC7-BFD6-7264-CEEACD275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4422" y="888857"/>
            <a:ext cx="1269355" cy="1269355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D849E5D-3D5C-9D7C-45EB-EEE977CCD5C3}"/>
              </a:ext>
            </a:extLst>
          </p:cNvPr>
          <p:cNvCxnSpPr>
            <a:cxnSpLocks/>
          </p:cNvCxnSpPr>
          <p:nvPr/>
        </p:nvCxnSpPr>
        <p:spPr>
          <a:xfrm>
            <a:off x="4076696" y="1676400"/>
            <a:ext cx="5133979" cy="0"/>
          </a:xfrm>
          <a:prstGeom prst="straightConnector1">
            <a:avLst/>
          </a:prstGeom>
          <a:ln w="57150" cap="rnd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689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FE113-3FB6-F31C-6DD6-CDFB085F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4AD8E-316C-30D4-306B-DAD5F040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20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448676-9F45-C462-584D-87A567D48D7F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37654534-25C1-225A-39E6-17F8F40F9F2E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574C22-BC22-144C-0870-EE2548E11BE6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Tuning – Mean Return Time</a:t>
            </a:r>
            <a:endParaRPr lang="en-CA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FDD08-5054-6D9F-254B-07FFCD853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49"/>
            <a:ext cx="3068907" cy="5689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459A13-8357-9EB4-A3A9-668ED827B745}"/>
              </a:ext>
            </a:extLst>
          </p:cNvPr>
          <p:cNvSpPr txBox="1"/>
          <p:nvPr/>
        </p:nvSpPr>
        <p:spPr>
          <a:xfrm>
            <a:off x="53999" y="6356350"/>
            <a:ext cx="117118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Shin J, Xing S, McCullum L,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Hammi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A,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Pursley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J, Correa CA, Withrow J, Domal S,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Bolch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W,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Paganetti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H, </a:t>
            </a:r>
            <a:r>
              <a:rPr lang="en-CA" sz="1200" b="0" i="0" dirty="0" err="1">
                <a:solidFill>
                  <a:srgbClr val="212121"/>
                </a:solidFill>
                <a:effectLst/>
                <a:latin typeface="BlinkMacSystemFont"/>
              </a:rPr>
              <a:t>Grassberger</a:t>
            </a:r>
            <a:r>
              <a:rPr lang="en-CA" sz="1200" b="0" i="0" dirty="0">
                <a:solidFill>
                  <a:srgbClr val="212121"/>
                </a:solidFill>
                <a:effectLst/>
                <a:latin typeface="BlinkMacSystemFont"/>
              </a:rPr>
              <a:t> C. HEDOS-a computational tool to assess radiation dose to circulating blood cells during external beam radiotherapy based on whole-body blood flow simulations. Phys Med Biol. 2021 Aug 3;66(16)</a:t>
            </a:r>
            <a:endParaRPr lang="en-CA" sz="1200" dirty="0">
              <a:solidFill>
                <a:srgbClr val="212121"/>
              </a:solidFill>
              <a:latin typeface="BlinkMacSystemFont"/>
            </a:endParaRPr>
          </a:p>
        </p:txBody>
      </p:sp>
      <p:pic>
        <p:nvPicPr>
          <p:cNvPr id="3" name="Picture 2" descr="A graph of the different types of organs&#10;&#10;AI-generated content may be incorrect.">
            <a:extLst>
              <a:ext uri="{FF2B5EF4-FFF2-40B4-BE49-F238E27FC236}">
                <a16:creationId xmlns:a16="http://schemas.microsoft.com/office/drawing/2014/main" id="{94F57BAB-2F18-F1AD-BEBC-595A22FD9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541" y="640370"/>
            <a:ext cx="6728162" cy="530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92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79E55-599A-22E9-D76D-849EBD2B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66960-59FA-B1EF-07E8-BEE63085C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21</a:t>
            </a:fld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7BE5532-5505-1388-54FA-2B7624DA3035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95DF325-E8F7-2C0E-0D29-10B6CB655E5D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FD35C14-CFB6-D6EC-22DB-BF3C53C2D941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D85706F-D966-C8DC-4FB1-D62D378612D6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8E9E1C-2790-4775-6318-B95875052C7A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C60E46-46BD-0A93-C0FB-A22FC050754B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DD5320-D0BE-1956-8226-29499C4B36E8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7DF21BF-0857-57C4-060B-103678E60190}"/>
              </a:ext>
            </a:extLst>
          </p:cNvPr>
          <p:cNvSpPr txBox="1"/>
          <p:nvPr/>
        </p:nvSpPr>
        <p:spPr>
          <a:xfrm>
            <a:off x="4497161" y="3534032"/>
            <a:ext cx="319767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Presented at COMP 2025</a:t>
            </a:r>
          </a:p>
        </p:txBody>
      </p:sp>
    </p:spTree>
    <p:extLst>
      <p:ext uri="{BB962C8B-B14F-4D97-AF65-F5344CB8AC3E}">
        <p14:creationId xmlns:p14="http://schemas.microsoft.com/office/powerpoint/2010/main" val="1808571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DFE8-564A-D051-240A-421733DDB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Determining Dose as Function of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63BEF-875A-7041-7AA5-8D9101CC4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Monte Carlo Simulations </a:t>
            </a:r>
          </a:p>
          <a:p>
            <a:pPr lvl="1"/>
            <a:r>
              <a:rPr lang="en-CA" dirty="0" err="1"/>
              <a:t>egsNRC</a:t>
            </a:r>
            <a:r>
              <a:rPr lang="en-CA" dirty="0"/>
              <a:t>: In-house modified </a:t>
            </a:r>
            <a:r>
              <a:rPr lang="en-CA" dirty="0" err="1"/>
              <a:t>DOSXYZnrc</a:t>
            </a:r>
            <a:r>
              <a:rPr lang="en-CA" dirty="0"/>
              <a:t> enables spatial-temporal dose deposition calculations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918C8-3AC5-BC42-3B5B-67DD3A84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22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1B3EB-37B9-2052-83FA-2AA9C0C9B127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</p:spTree>
    <p:extLst>
      <p:ext uri="{BB962C8B-B14F-4D97-AF65-F5344CB8AC3E}">
        <p14:creationId xmlns:p14="http://schemas.microsoft.com/office/powerpoint/2010/main" val="486077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FE74-7E49-331A-9489-E354C59C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69549-C90F-5F7E-49DC-D4C6DE50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Determining Dose as Function of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D6C18-AAF9-CC8A-BB8B-CD2B1B9A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Monte Carlo Simulations </a:t>
            </a:r>
          </a:p>
          <a:p>
            <a:pPr lvl="1"/>
            <a:r>
              <a:rPr lang="en-CA" dirty="0" err="1"/>
              <a:t>egsNRC</a:t>
            </a:r>
            <a:r>
              <a:rPr lang="en-CA" dirty="0"/>
              <a:t>: In-house modified </a:t>
            </a:r>
            <a:r>
              <a:rPr lang="en-CA" dirty="0" err="1"/>
              <a:t>DOSXYZnrc</a:t>
            </a:r>
            <a:r>
              <a:rPr lang="en-CA" dirty="0"/>
              <a:t> enables spatial-temporal dose deposition calculations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11E41-2C4C-9FB6-6470-738C52C2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23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5F4362-148D-8A44-46BB-798EFF8E6BD9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1BC0AD-708D-9F02-37B3-1290E629A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30" y="2660570"/>
            <a:ext cx="9963150" cy="3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83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4C7CB-A032-16A3-5662-C96EECB4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F83A-5B76-1A5C-60C7-D7175FAA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Determining Dose as Function of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B93C-A5CB-96E6-9EC0-49381D878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Monte Carlo Simulations </a:t>
            </a:r>
          </a:p>
          <a:p>
            <a:pPr lvl="1"/>
            <a:r>
              <a:rPr lang="en-CA" dirty="0" err="1"/>
              <a:t>egsNRC</a:t>
            </a:r>
            <a:r>
              <a:rPr lang="en-CA" dirty="0"/>
              <a:t>: In-house modified </a:t>
            </a:r>
            <a:r>
              <a:rPr lang="en-CA" dirty="0" err="1"/>
              <a:t>DOSXYZnrc</a:t>
            </a:r>
            <a:r>
              <a:rPr lang="en-CA" dirty="0"/>
              <a:t> enables spatial-temporal dose deposition calculations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D0A84-7FFC-673F-2E03-FCFEF82C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24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026F5-34D9-EFA9-9C9A-2C11BE5809AD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40462-1F17-7999-EA25-9D9845C8D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30" y="2660570"/>
            <a:ext cx="9963150" cy="3315223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A2DE2CAF-D358-E1EE-BFC1-615183DB8948}"/>
              </a:ext>
            </a:extLst>
          </p:cNvPr>
          <p:cNvSpPr/>
          <p:nvPr/>
        </p:nvSpPr>
        <p:spPr>
          <a:xfrm rot="9307489">
            <a:off x="4152903" y="2731761"/>
            <a:ext cx="952500" cy="44767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7227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A528-D707-672E-A5F5-72475D698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E1C3-4135-EA52-3E71-0C5D0FFA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Determining Dose as Function of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B1FA8-3B30-5E20-E28A-6B9EBA16B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Monte Carlo Simulations </a:t>
            </a:r>
          </a:p>
          <a:p>
            <a:pPr lvl="1"/>
            <a:r>
              <a:rPr lang="en-CA" dirty="0" err="1"/>
              <a:t>egsNRC</a:t>
            </a:r>
            <a:r>
              <a:rPr lang="en-CA" dirty="0"/>
              <a:t>: In-house modified </a:t>
            </a:r>
            <a:r>
              <a:rPr lang="en-CA" dirty="0" err="1"/>
              <a:t>DOSXYZnrc</a:t>
            </a:r>
            <a:r>
              <a:rPr lang="en-CA" dirty="0"/>
              <a:t> enables spatial-temporal dose deposition calculations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AEF00-A089-268B-6FC6-5A0F1281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25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0B5CE-BB9B-CD39-7590-085F8B77A981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7A94F-EF44-F86F-AAF0-D3787214D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30" y="2660570"/>
            <a:ext cx="9963150" cy="33152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1F35B5-5BD0-D1EA-6826-B4B6B8E3F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409322" y="1433619"/>
            <a:ext cx="2705100" cy="513868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14E5718-DDBF-ECD9-A43D-E8AA8834FC4F}"/>
              </a:ext>
            </a:extLst>
          </p:cNvPr>
          <p:cNvSpPr/>
          <p:nvPr/>
        </p:nvSpPr>
        <p:spPr>
          <a:xfrm rot="9307489">
            <a:off x="9424208" y="2646035"/>
            <a:ext cx="952500" cy="447675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4033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AF2EE-5FBB-24B3-3C7F-43994CCF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6CEB-7B8F-12C8-9566-0964E6DE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MU to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2E7EA-2493-ADEE-2C89-4D824F2DE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For Co-60: treatments are not planned as a function of MU but of </a:t>
            </a:r>
            <a:r>
              <a:rPr lang="en-CA" u="sng" dirty="0"/>
              <a:t>time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During treatment planning we determine the min/field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For MC simulation everything is scaled from [0,1] MU.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Trivial to convert from MU to time 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BB390-B63A-9CBE-893C-4657754B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26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07137-ADEF-F566-A91E-F7956DBD7CF5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Burns, L., Teke, T., Popescu, I. A., &amp; </a:t>
            </a:r>
            <a:r>
              <a:rPr lang="en-CA" sz="1200" dirty="0" err="1"/>
              <a:t>Duzenli</a:t>
            </a:r>
            <a:r>
              <a:rPr lang="en-CA" sz="1200" dirty="0"/>
              <a:t>, C. (2019). Monte Carlo Dosimetry of Organ Doses from a Sweeping-Beam Total Body Irradiation Technique: Feasibility and First Results. In L. </a:t>
            </a:r>
            <a:r>
              <a:rPr lang="en-CA" sz="1200" dirty="0" err="1"/>
              <a:t>Lhotska</a:t>
            </a:r>
            <a:r>
              <a:rPr lang="en-CA" sz="1200" dirty="0"/>
              <a:t>, L. </a:t>
            </a:r>
            <a:r>
              <a:rPr lang="en-CA" sz="1200" dirty="0" err="1"/>
              <a:t>Sukupova</a:t>
            </a:r>
            <a:r>
              <a:rPr lang="en-CA" sz="1200" dirty="0"/>
              <a:t>, I. Lacković, &amp; G. S. Ibbott (Eds.), </a:t>
            </a:r>
            <a:r>
              <a:rPr lang="en-CA" sz="1200" i="1" dirty="0"/>
              <a:t>World Congress on Medical Physics and Biomedical Engineering 2018</a:t>
            </a:r>
            <a:r>
              <a:rPr lang="en-CA" sz="1200" dirty="0"/>
              <a:t> (pp. 421–427). Springer. </a:t>
            </a:r>
            <a:endParaRPr lang="en-CA" sz="1200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91874-3D35-BF9B-0B15-3BAA93E53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127" y="2221352"/>
            <a:ext cx="3572374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3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ED49-9C0B-FF76-021C-C85FE9D25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Energy Deposited to Dose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3F22E-DD26-2C7F-D684-2E45CC30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27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51CF3-7EC0-CAED-792B-81E97C4B1779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22F54-751C-5BA2-77A2-3EB84FFFF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99" y="2165251"/>
            <a:ext cx="4867311" cy="1476386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1C859F-387A-960F-5F74-E8F1E2286370}"/>
                  </a:ext>
                </a:extLst>
              </p:cNvPr>
              <p:cNvSpPr txBox="1"/>
              <p:nvPr/>
            </p:nvSpPr>
            <p:spPr>
              <a:xfrm>
                <a:off x="901999" y="4062356"/>
                <a:ext cx="6621556" cy="15210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= Absorbed Dose (Gy/particle)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= Voxel mass (g)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CA" dirty="0"/>
                  <a:t> = Number of particles incident on initial source (output from sim)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dirty="0"/>
                  <a:t> = Energy deposited (MeV)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1C859F-387A-960F-5F74-E8F1E2286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99" y="4062356"/>
                <a:ext cx="6621556" cy="1521057"/>
              </a:xfrm>
              <a:prstGeom prst="rect">
                <a:avLst/>
              </a:prstGeom>
              <a:blipFill>
                <a:blip r:embed="rId3"/>
                <a:stretch>
                  <a:fillRect t="-2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7248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D381C-5CD3-53C4-5B8B-8FB52A5E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01A1-1C60-C053-19E9-1BAB62E1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Energy Deposited to Dose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EC8BA-0ADC-148D-1690-6A674D9B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28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84F04-CC59-1736-5A41-066E11FB4A02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solidFill>
                  <a:srgbClr val="212121"/>
                </a:solidFill>
                <a:latin typeface="BlinkMacSystemFont"/>
              </a:rPr>
              <a:t>Su, S., Atwal, P., Lobo, J.,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Duzenli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, C., &amp; Popescu, I. A. (2021). A new </a:t>
            </a:r>
            <a:r>
              <a:rPr lang="en-CA" sz="1200" dirty="0" err="1">
                <a:solidFill>
                  <a:srgbClr val="212121"/>
                </a:solidFill>
                <a:latin typeface="BlinkMacSystemFont"/>
              </a:rPr>
              <a:t>DOSXYZnrc</a:t>
            </a:r>
            <a:r>
              <a:rPr lang="en-CA" sz="1200" dirty="0">
                <a:solidFill>
                  <a:srgbClr val="212121"/>
                </a:solidFill>
                <a:latin typeface="BlinkMacSystemFont"/>
              </a:rPr>
              <a:t> method for Monte Carlo simulations of 4D dose distributions. Physics in Medicine &amp; Biology, 66(24), 245014.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F1456-C88A-5A93-8760-E4AAD1904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999" y="2165251"/>
            <a:ext cx="4867311" cy="1476386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EE699B-0780-B19E-FF83-62366DC17CC3}"/>
                  </a:ext>
                </a:extLst>
              </p:cNvPr>
              <p:cNvSpPr txBox="1"/>
              <p:nvPr/>
            </p:nvSpPr>
            <p:spPr>
              <a:xfrm>
                <a:off x="901999" y="4062356"/>
                <a:ext cx="6621556" cy="15210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= Absorbed Dose (Gy/particle)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A" dirty="0"/>
                  <a:t> = Voxel mass (g)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CA" dirty="0"/>
                  <a:t> = Number of particles incident on initial source (output from sim)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dirty="0"/>
                  <a:t> = Energy deposited (MeV)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EE699B-0780-B19E-FF83-62366DC17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99" y="4062356"/>
                <a:ext cx="6621556" cy="1521057"/>
              </a:xfrm>
              <a:prstGeom prst="rect">
                <a:avLst/>
              </a:prstGeom>
              <a:blipFill>
                <a:blip r:embed="rId3"/>
                <a:stretch>
                  <a:fillRect t="-2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2989A40-03A3-46F8-0B82-BE813B51040B}"/>
              </a:ext>
            </a:extLst>
          </p:cNvPr>
          <p:cNvSpPr/>
          <p:nvPr/>
        </p:nvSpPr>
        <p:spPr>
          <a:xfrm>
            <a:off x="2886075" y="4086225"/>
            <a:ext cx="1238250" cy="362584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52412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2B90C-C034-2327-960F-8C23EFB9C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486B-0EFD-0EDD-C62D-AB1C13FE8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Gy/Particle to 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6C45C-5981-ACE9-10C4-B35CEF4AF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For Co-60: number of particles is a function of activity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At the time of commissioning a Co-60 source the activity is measured (</a:t>
            </a:r>
            <a:r>
              <a:rPr lang="en-CA" dirty="0" err="1"/>
              <a:t>cGy</a:t>
            </a:r>
            <a:r>
              <a:rPr lang="en-CA" dirty="0"/>
              <a:t>/min)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We wanted to know the </a:t>
            </a:r>
            <a:r>
              <a:rPr lang="en-CA" u="sng" dirty="0"/>
              <a:t>particles/min </a:t>
            </a:r>
            <a:r>
              <a:rPr lang="en-CA" dirty="0"/>
              <a:t>of the source 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9701C-B4A4-4537-BEA5-B36B0476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29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46235-4A96-188B-EA04-2EDE176DBF1D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Burns, L., Teke, T., Popescu, I. A., &amp; </a:t>
            </a:r>
            <a:r>
              <a:rPr lang="en-CA" sz="1200" dirty="0" err="1"/>
              <a:t>Duzenli</a:t>
            </a:r>
            <a:r>
              <a:rPr lang="en-CA" sz="1200" dirty="0"/>
              <a:t>, C. (2019). Monte Carlo Dosimetry of Organ Doses from a Sweeping-Beam Total Body Irradiation Technique: Feasibility and First Results. In L. </a:t>
            </a:r>
            <a:r>
              <a:rPr lang="en-CA" sz="1200" dirty="0" err="1"/>
              <a:t>Lhotska</a:t>
            </a:r>
            <a:r>
              <a:rPr lang="en-CA" sz="1200" dirty="0"/>
              <a:t>, L. </a:t>
            </a:r>
            <a:r>
              <a:rPr lang="en-CA" sz="1200" dirty="0" err="1"/>
              <a:t>Sukupova</a:t>
            </a:r>
            <a:r>
              <a:rPr lang="en-CA" sz="1200" dirty="0"/>
              <a:t>, I. Lacković, &amp; G. S. Ibbott (Eds.), </a:t>
            </a:r>
            <a:r>
              <a:rPr lang="en-CA" sz="1200" i="1" dirty="0"/>
              <a:t>World Congress on Medical Physics and Biomedical Engineering 2018</a:t>
            </a:r>
            <a:r>
              <a:rPr lang="en-CA" sz="1200" dirty="0"/>
              <a:t> (pp. 421–427). Springer. </a:t>
            </a:r>
            <a:endParaRPr lang="en-CA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44717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E0142-28F7-284B-04F3-2755C354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AFBC-D212-0BE0-2E59-6EB35EAA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Gy/Particle to 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2471F-39C1-862A-3A6E-8933F0BC1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For Co-60: number of particles is a function of activity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 At the time of commissioning a Co-60 source the activity is measured (</a:t>
            </a:r>
            <a:r>
              <a:rPr lang="en-CA" dirty="0" err="1"/>
              <a:t>cGy</a:t>
            </a:r>
            <a:r>
              <a:rPr lang="en-CA" dirty="0"/>
              <a:t>/min)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We wanted to know the </a:t>
            </a:r>
            <a:r>
              <a:rPr lang="en-CA" u="sng" dirty="0"/>
              <a:t>particles/min </a:t>
            </a:r>
            <a:r>
              <a:rPr lang="en-CA" dirty="0"/>
              <a:t>of the source 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TG-51 performed during commissioning of the source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Mimic TG-51 geometry in MC and calculate the Gy/particle at the location of the dosimeter</a:t>
            </a:r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CA" dirty="0"/>
              <a:t>Ran 10 simulations, with 8 billion particles each</a:t>
            </a:r>
          </a:p>
          <a:p>
            <a:pPr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  <a:p>
            <a:pPr marL="201168" lvl="1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CA" dirty="0"/>
          </a:p>
          <a:p>
            <a:pPr lvl="1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7CFB2-1D12-C0EA-5EEC-1D9DFF59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30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EE22B-D614-85CD-9CC5-CB7FAD0BB97D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Burns, L., Teke, T., Popescu, I. A., &amp; </a:t>
            </a:r>
            <a:r>
              <a:rPr lang="en-CA" sz="1200" dirty="0" err="1"/>
              <a:t>Duzenli</a:t>
            </a:r>
            <a:r>
              <a:rPr lang="en-CA" sz="1200" dirty="0"/>
              <a:t>, C. (2019). Monte Carlo Dosimetry of Organ Doses from a Sweeping-Beam Total Body Irradiation Technique: Feasibility and First Results. In L. </a:t>
            </a:r>
            <a:r>
              <a:rPr lang="en-CA" sz="1200" dirty="0" err="1"/>
              <a:t>Lhotska</a:t>
            </a:r>
            <a:r>
              <a:rPr lang="en-CA" sz="1200" dirty="0"/>
              <a:t>, L. </a:t>
            </a:r>
            <a:r>
              <a:rPr lang="en-CA" sz="1200" dirty="0" err="1"/>
              <a:t>Sukupova</a:t>
            </a:r>
            <a:r>
              <a:rPr lang="en-CA" sz="1200" dirty="0"/>
              <a:t>, I. Lacković, &amp; G. S. Ibbott (Eds.), </a:t>
            </a:r>
            <a:r>
              <a:rPr lang="en-CA" sz="1200" i="1" dirty="0"/>
              <a:t>World Congress on Medical Physics and Biomedical Engineering 2018</a:t>
            </a:r>
            <a:r>
              <a:rPr lang="en-CA" sz="1200" dirty="0"/>
              <a:t> (pp. 421–427). Springer. </a:t>
            </a:r>
            <a:endParaRPr lang="en-CA" sz="1200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42BFEE-AA92-9DAB-8EEB-AD7B3111B76D}"/>
              </a:ext>
            </a:extLst>
          </p:cNvPr>
          <p:cNvSpPr/>
          <p:nvPr/>
        </p:nvSpPr>
        <p:spPr>
          <a:xfrm>
            <a:off x="1097280" y="4127156"/>
            <a:ext cx="3558746" cy="37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9.76 E 14 particles per minute</a:t>
            </a:r>
          </a:p>
        </p:txBody>
      </p:sp>
    </p:spTree>
    <p:extLst>
      <p:ext uri="{BB962C8B-B14F-4D97-AF65-F5344CB8AC3E}">
        <p14:creationId xmlns:p14="http://schemas.microsoft.com/office/powerpoint/2010/main" val="3377416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E2D9-75F8-3AD8-DCB2-3AD96A86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5E6D-4A68-537C-999D-86445965C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Converting Data: Gy/Particle to Gy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D0E7D-02E2-CC32-1E1A-072C3C2CE2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 For Co-60: number of particles is a function of activity</a:t>
                </a:r>
              </a:p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 At the time of commissioning a Co-60 source the activity is measured (</a:t>
                </a:r>
                <a:r>
                  <a:rPr lang="en-CA" dirty="0" err="1"/>
                  <a:t>cGy</a:t>
                </a:r>
                <a:r>
                  <a:rPr lang="en-CA" dirty="0"/>
                  <a:t>/min)</a:t>
                </a:r>
              </a:p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We wanted to know the </a:t>
                </a:r>
                <a:r>
                  <a:rPr lang="en-CA" u="sng" dirty="0"/>
                  <a:t>particles/min </a:t>
                </a:r>
                <a:r>
                  <a:rPr lang="en-CA" dirty="0"/>
                  <a:t>of the source </a:t>
                </a:r>
              </a:p>
              <a:p>
                <a:pPr lvl="1"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TG-51 performed during commissioning of the source</a:t>
                </a:r>
              </a:p>
              <a:p>
                <a:pPr lvl="1"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Mimic TG-51 geometry in MC and calculate the Gy/particle at the location of the dosimeter</a:t>
                </a:r>
              </a:p>
              <a:p>
                <a:pPr lvl="1"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Ran 10 simulations, with 8 billion particles each</a:t>
                </a:r>
              </a:p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CA" dirty="0"/>
                  <a:t>We know the time of the treatment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𝐺𝑦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𝐺𝑦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𝑝𝑎𝑟𝑡𝑖𝑐𝑙𝑒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∙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9.76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14 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𝑝𝑎𝑟𝑡𝑖𝑐𝑙𝑒𝑠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𝑡𝑖𝑚𝑒𝑠𝑡𝑒𝑝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CA" dirty="0"/>
              </a:p>
              <a:p>
                <a:pPr marL="0" indent="0">
                  <a:buClr>
                    <a:schemeClr val="accent1">
                      <a:lumMod val="50000"/>
                    </a:schemeClr>
                  </a:buClr>
                  <a:buNone/>
                </a:pPr>
                <a:endParaRPr lang="en-CA" dirty="0"/>
              </a:p>
              <a:p>
                <a:pPr marL="0" indent="0">
                  <a:buClr>
                    <a:schemeClr val="accent1">
                      <a:lumMod val="50000"/>
                    </a:schemeClr>
                  </a:buClr>
                  <a:buNone/>
                </a:pPr>
                <a:endParaRPr lang="en-CA" dirty="0"/>
              </a:p>
              <a:p>
                <a:pPr lvl="1">
                  <a:buClr>
                    <a:schemeClr val="accent1">
                      <a:lumMod val="50000"/>
                    </a:schemeClr>
                  </a:buClr>
                  <a:buFont typeface="Arial" panose="020B0604020202020204" pitchFamily="34" charset="0"/>
                  <a:buChar char="•"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D0E7D-02E2-CC32-1E1A-072C3C2CE2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3DF69-C4B8-B530-0ECA-472C1080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31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DFE0A-DB87-8D88-BC4E-F429B359FC77}"/>
              </a:ext>
            </a:extLst>
          </p:cNvPr>
          <p:cNvSpPr txBox="1"/>
          <p:nvPr/>
        </p:nvSpPr>
        <p:spPr>
          <a:xfrm>
            <a:off x="-1" y="6353086"/>
            <a:ext cx="11212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Burns, L., Teke, T., Popescu, I. A., &amp; </a:t>
            </a:r>
            <a:r>
              <a:rPr lang="en-CA" sz="1200" dirty="0" err="1"/>
              <a:t>Duzenli</a:t>
            </a:r>
            <a:r>
              <a:rPr lang="en-CA" sz="1200" dirty="0"/>
              <a:t>, C. (2019). Monte Carlo Dosimetry of Organ Doses from a Sweeping-Beam Total Body Irradiation Technique: Feasibility and First Results. In L. </a:t>
            </a:r>
            <a:r>
              <a:rPr lang="en-CA" sz="1200" dirty="0" err="1"/>
              <a:t>Lhotska</a:t>
            </a:r>
            <a:r>
              <a:rPr lang="en-CA" sz="1200" dirty="0"/>
              <a:t>, L. </a:t>
            </a:r>
            <a:r>
              <a:rPr lang="en-CA" sz="1200" dirty="0" err="1"/>
              <a:t>Sukupova</a:t>
            </a:r>
            <a:r>
              <a:rPr lang="en-CA" sz="1200" dirty="0"/>
              <a:t>, I. Lacković, &amp; G. S. Ibbott (Eds.), </a:t>
            </a:r>
            <a:r>
              <a:rPr lang="en-CA" sz="1200" i="1" dirty="0"/>
              <a:t>World Congress on Medical Physics and Biomedical Engineering 2018</a:t>
            </a:r>
            <a:r>
              <a:rPr lang="en-CA" sz="1200" dirty="0"/>
              <a:t> (pp. 421–427). Springer. </a:t>
            </a:r>
            <a:endParaRPr lang="en-CA" sz="1200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504C3D-996C-6165-FF76-83E3487E836F}"/>
              </a:ext>
            </a:extLst>
          </p:cNvPr>
          <p:cNvSpPr/>
          <p:nvPr/>
        </p:nvSpPr>
        <p:spPr>
          <a:xfrm>
            <a:off x="1097280" y="4127156"/>
            <a:ext cx="3558746" cy="37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9.76 E 14 particles per minute</a:t>
            </a:r>
          </a:p>
        </p:txBody>
      </p:sp>
    </p:spTree>
    <p:extLst>
      <p:ext uri="{BB962C8B-B14F-4D97-AF65-F5344CB8AC3E}">
        <p14:creationId xmlns:p14="http://schemas.microsoft.com/office/powerpoint/2010/main" val="2083884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F8F4-6F9F-AF23-6B98-7E91DF1F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we pull dose to voxel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87B3-4933-8D4F-EB5D-FCEE7684A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7145" cy="248736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(Gy),        Voxel Index,         Time of Event (sec)</a:t>
            </a:r>
          </a:p>
          <a:p>
            <a:pPr marL="0" indent="0"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DC5D8-B8B9-C675-160C-AC1804E4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32</a:t>
            </a:fld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7FCA83-2C37-1964-0D81-2FA8CBB7FB73}"/>
              </a:ext>
            </a:extLst>
          </p:cNvPr>
          <p:cNvCxnSpPr/>
          <p:nvPr/>
        </p:nvCxnSpPr>
        <p:spPr>
          <a:xfrm>
            <a:off x="1482811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A27BE6-BFE9-4932-E568-299D45F2DCCC}"/>
              </a:ext>
            </a:extLst>
          </p:cNvPr>
          <p:cNvCxnSpPr/>
          <p:nvPr/>
        </p:nvCxnSpPr>
        <p:spPr>
          <a:xfrm>
            <a:off x="2776707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3133EE-707B-75C3-8D77-5ED22670BC63}"/>
              </a:ext>
            </a:extLst>
          </p:cNvPr>
          <p:cNvCxnSpPr/>
          <p:nvPr/>
        </p:nvCxnSpPr>
        <p:spPr>
          <a:xfrm>
            <a:off x="3899354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361BEA-3857-A649-810B-EE171CD30CF0}"/>
              </a:ext>
            </a:extLst>
          </p:cNvPr>
          <p:cNvSpPr txBox="1"/>
          <p:nvPr/>
        </p:nvSpPr>
        <p:spPr>
          <a:xfrm>
            <a:off x="7465995" y="1845734"/>
            <a:ext cx="4593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Blood Flow Tracking Simulation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7727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9F67B-1A5C-A462-664D-189D1569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028F-41A1-92F0-B1D4-5CDEB888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we pull dose to voxel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62DC6-B3B1-45A2-7BCC-04CEC0095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7145" cy="248736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(Gy/Particle), Voxel Index, Time of Event (sec)</a:t>
            </a:r>
          </a:p>
          <a:p>
            <a:pPr marL="0" indent="0"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87C5A-0CA1-D981-8ACC-43AC778C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33</a:t>
            </a:fld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BCEFCE-D633-5122-9429-E5AD5DEAB943}"/>
              </a:ext>
            </a:extLst>
          </p:cNvPr>
          <p:cNvSpPr txBox="1">
            <a:spLocks/>
          </p:cNvSpPr>
          <p:nvPr/>
        </p:nvSpPr>
        <p:spPr>
          <a:xfrm>
            <a:off x="1097280" y="1845733"/>
            <a:ext cx="3827145" cy="24873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(Gy),        Voxel Index,         Time of Event (sec)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Font typeface="Calibri" panose="020F0502020204030204" pitchFamily="34" charset="0"/>
              <a:buNone/>
            </a:pPr>
            <a:endParaRPr lang="en-CA" b="1" dirty="0"/>
          </a:p>
          <a:p>
            <a:pPr marL="0" indent="0">
              <a:buFont typeface="Calibri" panose="020F0502020204030204" pitchFamily="34" charset="0"/>
              <a:buNone/>
            </a:pPr>
            <a:endParaRPr lang="en-CA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D35D05-DF33-9BC3-F6A1-516415D196FE}"/>
              </a:ext>
            </a:extLst>
          </p:cNvPr>
          <p:cNvCxnSpPr/>
          <p:nvPr/>
        </p:nvCxnSpPr>
        <p:spPr>
          <a:xfrm>
            <a:off x="1482811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16A605-4E50-1FF3-9E72-68A06206058A}"/>
              </a:ext>
            </a:extLst>
          </p:cNvPr>
          <p:cNvCxnSpPr/>
          <p:nvPr/>
        </p:nvCxnSpPr>
        <p:spPr>
          <a:xfrm>
            <a:off x="2776707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091625-9EE3-11AC-067C-D07002CDA4FD}"/>
              </a:ext>
            </a:extLst>
          </p:cNvPr>
          <p:cNvCxnSpPr/>
          <p:nvPr/>
        </p:nvCxnSpPr>
        <p:spPr>
          <a:xfrm>
            <a:off x="3899354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EC015C1-D137-671F-2E5E-E1958F684389}"/>
              </a:ext>
            </a:extLst>
          </p:cNvPr>
          <p:cNvSpPr txBox="1"/>
          <p:nvPr/>
        </p:nvSpPr>
        <p:spPr>
          <a:xfrm>
            <a:off x="7465995" y="1845734"/>
            <a:ext cx="45930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Blood Flow Tracking Simulation</a:t>
            </a:r>
          </a:p>
          <a:p>
            <a:endParaRPr lang="en-CA" dirty="0"/>
          </a:p>
          <a:p>
            <a:r>
              <a:rPr lang="en-CA" dirty="0"/>
              <a:t>Per time step per blood voxel: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Position along length of the vessel</a:t>
            </a:r>
          </a:p>
          <a:p>
            <a:pPr lvl="1"/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Voxel location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60A59FD-E9AF-8C77-C805-CF11074F30A6}"/>
              </a:ext>
            </a:extLst>
          </p:cNvPr>
          <p:cNvSpPr/>
          <p:nvPr/>
        </p:nvSpPr>
        <p:spPr>
          <a:xfrm>
            <a:off x="7760150" y="3312151"/>
            <a:ext cx="2452255" cy="23369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Mapped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3561078E-B4C8-8B0D-0B79-6440E0F5A1BD}"/>
              </a:ext>
            </a:extLst>
          </p:cNvPr>
          <p:cNvSpPr/>
          <p:nvPr/>
        </p:nvSpPr>
        <p:spPr>
          <a:xfrm rot="8557649">
            <a:off x="1426643" y="658811"/>
            <a:ext cx="9534490" cy="2809265"/>
          </a:xfrm>
          <a:prstGeom prst="arc">
            <a:avLst>
              <a:gd name="adj1" fmla="val 15031886"/>
              <a:gd name="adj2" fmla="val 747515"/>
            </a:avLst>
          </a:prstGeom>
          <a:ln w="34925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21586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5A69-9F32-0C01-B3E7-54409CC1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52F8-1DE4-E0F1-071C-882B6083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we pull dose to voxel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A307-325F-08BC-A6F8-4B3B67E86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7145" cy="248736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(Gy/Particle), Voxel Index, Time of Event (sec)</a:t>
            </a:r>
          </a:p>
          <a:p>
            <a:pPr marL="0" indent="0"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F1F89-527A-6F1B-A845-8FCC9484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34</a:t>
            </a:fld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298933-F547-E943-AEBF-82F974037C6C}"/>
              </a:ext>
            </a:extLst>
          </p:cNvPr>
          <p:cNvSpPr txBox="1">
            <a:spLocks/>
          </p:cNvSpPr>
          <p:nvPr/>
        </p:nvSpPr>
        <p:spPr>
          <a:xfrm>
            <a:off x="1097279" y="1842822"/>
            <a:ext cx="3827145" cy="24873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(Gy),        Voxel Index,         Time of Event (sec)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Font typeface="Calibri" panose="020F0502020204030204" pitchFamily="34" charset="0"/>
              <a:buNone/>
            </a:pPr>
            <a:endParaRPr lang="en-CA" b="1" dirty="0"/>
          </a:p>
          <a:p>
            <a:pPr marL="0" indent="0">
              <a:buFont typeface="Calibri" panose="020F0502020204030204" pitchFamily="34" charset="0"/>
              <a:buNone/>
            </a:pPr>
            <a:endParaRPr lang="en-CA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0A9EFD-8946-C56D-8B16-18DA23573B89}"/>
              </a:ext>
            </a:extLst>
          </p:cNvPr>
          <p:cNvCxnSpPr/>
          <p:nvPr/>
        </p:nvCxnSpPr>
        <p:spPr>
          <a:xfrm>
            <a:off x="1482811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A4D7DD-DE32-3231-0D9A-763D04328000}"/>
              </a:ext>
            </a:extLst>
          </p:cNvPr>
          <p:cNvCxnSpPr/>
          <p:nvPr/>
        </p:nvCxnSpPr>
        <p:spPr>
          <a:xfrm>
            <a:off x="2776707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27E4B4-67D4-14BF-462E-4C32129B014C}"/>
              </a:ext>
            </a:extLst>
          </p:cNvPr>
          <p:cNvCxnSpPr/>
          <p:nvPr/>
        </p:nvCxnSpPr>
        <p:spPr>
          <a:xfrm>
            <a:off x="3899354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CE3F83-3B20-052C-3F10-F44D295FFCA9}"/>
              </a:ext>
            </a:extLst>
          </p:cNvPr>
          <p:cNvSpPr txBox="1"/>
          <p:nvPr/>
        </p:nvSpPr>
        <p:spPr>
          <a:xfrm>
            <a:off x="7465995" y="1845734"/>
            <a:ext cx="45930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Blood Flow Tracking Simulation</a:t>
            </a:r>
          </a:p>
          <a:p>
            <a:endParaRPr lang="en-CA" dirty="0"/>
          </a:p>
          <a:p>
            <a:r>
              <a:rPr lang="en-CA" dirty="0"/>
              <a:t>Per time step per blood voxel: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Position along length of the vessel</a:t>
            </a:r>
          </a:p>
          <a:p>
            <a:pPr lvl="1"/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Voxel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Time within the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E0CFE779-8989-7448-9AD7-FC0801270A78}"/>
              </a:ext>
            </a:extLst>
          </p:cNvPr>
          <p:cNvSpPr/>
          <p:nvPr/>
        </p:nvSpPr>
        <p:spPr>
          <a:xfrm>
            <a:off x="7760150" y="3312151"/>
            <a:ext cx="2452255" cy="23369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Mapped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6EFA1C99-1E6B-D8D9-10DF-66EBF2A1989B}"/>
              </a:ext>
            </a:extLst>
          </p:cNvPr>
          <p:cNvSpPr/>
          <p:nvPr/>
        </p:nvSpPr>
        <p:spPr>
          <a:xfrm rot="8557649">
            <a:off x="1426643" y="658811"/>
            <a:ext cx="9534490" cy="2809265"/>
          </a:xfrm>
          <a:prstGeom prst="arc">
            <a:avLst>
              <a:gd name="adj1" fmla="val 14666811"/>
              <a:gd name="adj2" fmla="val 747515"/>
            </a:avLst>
          </a:prstGeom>
          <a:ln w="34925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8244B352-4333-5BAC-2BB2-9581CFCADFF5}"/>
              </a:ext>
            </a:extLst>
          </p:cNvPr>
          <p:cNvSpPr/>
          <p:nvPr/>
        </p:nvSpPr>
        <p:spPr>
          <a:xfrm rot="10021866">
            <a:off x="3237355" y="2585031"/>
            <a:ext cx="7693588" cy="1454240"/>
          </a:xfrm>
          <a:prstGeom prst="arc">
            <a:avLst>
              <a:gd name="adj1" fmla="val 14666811"/>
              <a:gd name="adj2" fmla="val 316714"/>
            </a:avLst>
          </a:prstGeom>
          <a:ln w="34925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8548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FF16-6ED8-4401-82CE-1E55D32EA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2DDD1-53DB-16B5-C57C-023C65248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we pull dose to voxel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60650-0D6F-CF4A-6226-94319056E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827145" cy="248736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CA" dirty="0"/>
              <a:t>Converted 4DMC Results</a:t>
            </a:r>
          </a:p>
          <a:p>
            <a:r>
              <a:rPr lang="en-CA" sz="1300" dirty="0"/>
              <a:t>Dose (Gy/Particle), Voxel Index, Time of Event (sec)</a:t>
            </a:r>
          </a:p>
          <a:p>
            <a:pPr marL="0" indent="0">
              <a:buNone/>
            </a:pPr>
            <a:r>
              <a:rPr lang="en-CA" dirty="0"/>
              <a:t> </a:t>
            </a: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5B366-CB97-D3ED-DD1A-A9CDDD70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35</a:t>
            </a:fld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09B7F6-0FE0-14B8-9F52-369070327078}"/>
              </a:ext>
            </a:extLst>
          </p:cNvPr>
          <p:cNvSpPr txBox="1">
            <a:spLocks/>
          </p:cNvSpPr>
          <p:nvPr/>
        </p:nvSpPr>
        <p:spPr>
          <a:xfrm>
            <a:off x="1097279" y="1845733"/>
            <a:ext cx="3827145" cy="24873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/>
              <a:t>Converted 4DMC Results</a:t>
            </a:r>
          </a:p>
          <a:p>
            <a:r>
              <a:rPr lang="en-CA" sz="1300"/>
              <a:t>Dose (Gy),        Voxel Index,         Time of Event (sec)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CA"/>
              <a:t> </a:t>
            </a:r>
            <a:endParaRPr lang="en-CA" b="1"/>
          </a:p>
          <a:p>
            <a:pPr marL="0" indent="0">
              <a:buFont typeface="Calibri" panose="020F0502020204030204" pitchFamily="34" charset="0"/>
              <a:buNone/>
            </a:pPr>
            <a:endParaRPr lang="en-CA" b="1"/>
          </a:p>
          <a:p>
            <a:pPr marL="0" indent="0">
              <a:buFont typeface="Calibri" panose="020F0502020204030204" pitchFamily="34" charset="0"/>
              <a:buNone/>
            </a:pPr>
            <a:endParaRPr lang="en-CA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EF1186-DD57-2639-B6DF-CF0407949E61}"/>
              </a:ext>
            </a:extLst>
          </p:cNvPr>
          <p:cNvCxnSpPr/>
          <p:nvPr/>
        </p:nvCxnSpPr>
        <p:spPr>
          <a:xfrm>
            <a:off x="1482811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FF3103-6206-F489-CA86-9731ABC36EDD}"/>
              </a:ext>
            </a:extLst>
          </p:cNvPr>
          <p:cNvCxnSpPr/>
          <p:nvPr/>
        </p:nvCxnSpPr>
        <p:spPr>
          <a:xfrm>
            <a:off x="2776707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1514DF-3D3D-3A4F-B458-BDCB832D8C7E}"/>
              </a:ext>
            </a:extLst>
          </p:cNvPr>
          <p:cNvCxnSpPr/>
          <p:nvPr/>
        </p:nvCxnSpPr>
        <p:spPr>
          <a:xfrm>
            <a:off x="3899354" y="2586681"/>
            <a:ext cx="0" cy="1515762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92A5BC-B039-D6FF-B901-161F9428B02C}"/>
              </a:ext>
            </a:extLst>
          </p:cNvPr>
          <p:cNvSpPr txBox="1"/>
          <p:nvPr/>
        </p:nvSpPr>
        <p:spPr>
          <a:xfrm>
            <a:off x="7465995" y="1845734"/>
            <a:ext cx="45930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Blood Flow Tracking Simulation</a:t>
            </a:r>
          </a:p>
          <a:p>
            <a:endParaRPr lang="en-CA" dirty="0"/>
          </a:p>
          <a:p>
            <a:r>
              <a:rPr lang="en-CA" dirty="0"/>
              <a:t>Per time step per blood voxel: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Position along length of the vessel</a:t>
            </a:r>
          </a:p>
          <a:p>
            <a:pPr lvl="1"/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Voxel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Time within the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u="sng" dirty="0"/>
              <a:t>Dose to voxel </a:t>
            </a:r>
            <a:r>
              <a:rPr lang="en-CA" dirty="0"/>
              <a:t>(Gy) </a:t>
            </a:r>
          </a:p>
          <a:p>
            <a:endParaRPr lang="en-CA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0266417-23A5-381A-F85C-85EDD72798F6}"/>
              </a:ext>
            </a:extLst>
          </p:cNvPr>
          <p:cNvSpPr/>
          <p:nvPr/>
        </p:nvSpPr>
        <p:spPr>
          <a:xfrm>
            <a:off x="7760150" y="3312151"/>
            <a:ext cx="2452255" cy="23369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Mapped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27EE9C2B-6459-2C6C-8D5C-81764BAA92F3}"/>
              </a:ext>
            </a:extLst>
          </p:cNvPr>
          <p:cNvSpPr/>
          <p:nvPr/>
        </p:nvSpPr>
        <p:spPr>
          <a:xfrm rot="10473571">
            <a:off x="1469369" y="2657872"/>
            <a:ext cx="11180083" cy="1976071"/>
          </a:xfrm>
          <a:prstGeom prst="arc">
            <a:avLst>
              <a:gd name="adj1" fmla="val 14666811"/>
              <a:gd name="adj2" fmla="val 56514"/>
            </a:avLst>
          </a:prstGeom>
          <a:ln w="34925">
            <a:solidFill>
              <a:schemeClr val="accent2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6650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1F05-B4E1-82C9-F703-A2BC5196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74836-0866-EE21-477E-DD2B2D2E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Steps: Dose to Compartments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4DF50-F975-0A0B-D9E9-FBBEF1E1F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Be able to sample the dose to the organ compartments</a:t>
            </a:r>
          </a:p>
          <a:p>
            <a:pPr lvl="1"/>
            <a:r>
              <a:rPr lang="en-US" dirty="0"/>
              <a:t>Note: Electing to ignore the distributed tissue compartments due to uncertainty in contouring</a:t>
            </a:r>
          </a:p>
          <a:p>
            <a:r>
              <a:rPr lang="en-US" dirty="0"/>
              <a:t>Common solution within the literature is to sample the Dose Rate Function per time step</a:t>
            </a:r>
          </a:p>
          <a:p>
            <a:pPr marL="384048" lvl="2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F8A6F-9395-306E-28E3-A011FF96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74502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19DF4-B64B-F91F-D283-165280C1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9102B-5F0B-0D8C-F2BE-DF721D3E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Steps: Dose to Compartments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1B927-11C6-164E-8C15-FC30FA701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Be able to sample the dose to the organ compartments</a:t>
            </a:r>
          </a:p>
          <a:p>
            <a:pPr lvl="1"/>
            <a:r>
              <a:rPr lang="en-US" dirty="0"/>
              <a:t>Note: Electing to ignore the distributed tissue compartments due to uncertainty in contouring</a:t>
            </a:r>
          </a:p>
          <a:p>
            <a:r>
              <a:rPr lang="en-US" dirty="0"/>
              <a:t>Common solution within the literature is to sample the Dose Rate Function per time step</a:t>
            </a:r>
          </a:p>
          <a:p>
            <a:r>
              <a:rPr lang="en-US" dirty="0"/>
              <a:t>Issue: Sampling the DVH for dose ignores the times when the organ is outside of the field. </a:t>
            </a:r>
          </a:p>
          <a:p>
            <a:r>
              <a:rPr lang="en-US" dirty="0"/>
              <a:t>Potential Solution:</a:t>
            </a:r>
          </a:p>
          <a:p>
            <a:pPr lvl="1"/>
            <a:r>
              <a:rPr lang="en-US" dirty="0"/>
              <a:t>Determine organ-specific dose rates using 4D MC</a:t>
            </a:r>
          </a:p>
          <a:p>
            <a:pPr marL="384048" lvl="2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EE16B-A96E-8AA2-6D2B-91D29FEB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7006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B7921-A159-785E-BAFD-A587C174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20363-F5E8-76D1-B9EE-7D5BA5EE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Steps: Dose to Compartments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822C-4751-03E2-8B93-4631B58F7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Issue: Sampling the 3D DVH for dose ignores the times when the organ is outside of the field. </a:t>
            </a:r>
          </a:p>
          <a:p>
            <a:r>
              <a:rPr lang="en-US" dirty="0"/>
              <a:t>Potential Solution:</a:t>
            </a:r>
          </a:p>
          <a:p>
            <a:pPr lvl="1"/>
            <a:r>
              <a:rPr lang="en-US" dirty="0"/>
              <a:t>Determine organ-specific dose rates using 4D MC.</a:t>
            </a:r>
          </a:p>
          <a:p>
            <a:pPr lvl="1"/>
            <a:r>
              <a:rPr lang="en-US" dirty="0"/>
              <a:t>Normalize number of events over the course of the treatment by the total number of events</a:t>
            </a:r>
          </a:p>
          <a:p>
            <a:pPr marL="384048" lvl="2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76C73-1A46-E6BC-A443-C1C33772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6658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9FC7-D1E6-017F-11D0-6C4C228E8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AA5C5-A4B5-1463-A25B-E6DAA019B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Steps: Dose to Compartments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D5DE-3BC9-038A-CB40-2DD850AD2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Issue: Sampling the 3D DVH for dose ignores the times when the organ is outside of the field. </a:t>
            </a:r>
          </a:p>
          <a:p>
            <a:r>
              <a:rPr lang="en-US" dirty="0"/>
              <a:t>Potential Solution:</a:t>
            </a:r>
          </a:p>
          <a:p>
            <a:pPr lvl="1"/>
            <a:r>
              <a:rPr lang="en-US" dirty="0"/>
              <a:t>Determine organ-specific dose rates using 4D MC.</a:t>
            </a:r>
          </a:p>
          <a:p>
            <a:pPr lvl="1"/>
            <a:r>
              <a:rPr lang="en-US" dirty="0"/>
              <a:t>Normalize number of events over the course of the treatment by the total number of events</a:t>
            </a:r>
          </a:p>
          <a:p>
            <a:pPr marL="384048" lvl="2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8EE34-A9E7-16DA-E77D-2EC8C95F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39</a:t>
            </a:fld>
            <a:endParaRPr lang="en-CA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53DDC9-9886-1173-2CA8-17514E897C83}"/>
              </a:ext>
            </a:extLst>
          </p:cNvPr>
          <p:cNvCxnSpPr>
            <a:cxnSpLocks/>
          </p:cNvCxnSpPr>
          <p:nvPr/>
        </p:nvCxnSpPr>
        <p:spPr>
          <a:xfrm>
            <a:off x="5241013" y="4357000"/>
            <a:ext cx="0" cy="13620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E7B75E-202F-A530-9A51-D485072EDB35}"/>
              </a:ext>
            </a:extLst>
          </p:cNvPr>
          <p:cNvCxnSpPr>
            <a:cxnSpLocks/>
          </p:cNvCxnSpPr>
          <p:nvPr/>
        </p:nvCxnSpPr>
        <p:spPr>
          <a:xfrm>
            <a:off x="5241013" y="5719075"/>
            <a:ext cx="29600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61F8B41-BA51-8D1D-0B1C-0B01223C6251}"/>
              </a:ext>
            </a:extLst>
          </p:cNvPr>
          <p:cNvSpPr txBox="1"/>
          <p:nvPr/>
        </p:nvSpPr>
        <p:spPr>
          <a:xfrm rot="16200000">
            <a:off x="3711818" y="4801934"/>
            <a:ext cx="235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Event Frequency (1/s)</a:t>
            </a:r>
            <a:endParaRPr lang="en-CA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4972662-27A5-DBFB-D651-9EB43C62B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579" y="4032500"/>
            <a:ext cx="2609847" cy="260984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C21CBB5-5638-9742-DCD3-4EA8A32A741B}"/>
              </a:ext>
            </a:extLst>
          </p:cNvPr>
          <p:cNvSpPr txBox="1"/>
          <p:nvPr/>
        </p:nvSpPr>
        <p:spPr>
          <a:xfrm>
            <a:off x="5498867" y="5764730"/>
            <a:ext cx="326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(s)</a:t>
            </a:r>
            <a:endParaRPr lang="en-CA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28DA9F9-E10A-86AA-144A-E4AB29F98ECF}"/>
              </a:ext>
            </a:extLst>
          </p:cNvPr>
          <p:cNvCxnSpPr>
            <a:cxnSpLocks/>
          </p:cNvCxnSpPr>
          <p:nvPr/>
        </p:nvCxnSpPr>
        <p:spPr>
          <a:xfrm flipV="1">
            <a:off x="5886450" y="5449994"/>
            <a:ext cx="0" cy="269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235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84D05-C20A-9375-F0CE-40996233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D8EB1-1894-79AD-DD3F-3BFC15B0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Steps: Dose to Compartments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C8EF-A6A6-CC30-1106-C39FFD078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Issue: Sampling the 3D DVH for dose ignores the times when the organ is outside of the field. </a:t>
            </a:r>
          </a:p>
          <a:p>
            <a:r>
              <a:rPr lang="en-US" dirty="0"/>
              <a:t>Potential Solution:</a:t>
            </a:r>
          </a:p>
          <a:p>
            <a:pPr lvl="1"/>
            <a:r>
              <a:rPr lang="en-US" dirty="0"/>
              <a:t>Determine organ-specific dose rates using 4D MC.</a:t>
            </a:r>
          </a:p>
          <a:p>
            <a:pPr lvl="1"/>
            <a:r>
              <a:rPr lang="en-US" dirty="0"/>
              <a:t>Normalize number of events over the course of the treatment by the total number of events</a:t>
            </a:r>
          </a:p>
          <a:p>
            <a:pPr marL="384048" lvl="2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C60FA-B923-4B2B-1D2D-4CF6C323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40</a:t>
            </a:fld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89386B-10BF-7FB3-355C-DE79840F47B4}"/>
              </a:ext>
            </a:extLst>
          </p:cNvPr>
          <p:cNvCxnSpPr>
            <a:cxnSpLocks/>
          </p:cNvCxnSpPr>
          <p:nvPr/>
        </p:nvCxnSpPr>
        <p:spPr>
          <a:xfrm>
            <a:off x="1838325" y="4343400"/>
            <a:ext cx="0" cy="13620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713E2A-3B2A-84D8-A50E-F635FFA8846F}"/>
              </a:ext>
            </a:extLst>
          </p:cNvPr>
          <p:cNvCxnSpPr>
            <a:cxnSpLocks/>
          </p:cNvCxnSpPr>
          <p:nvPr/>
        </p:nvCxnSpPr>
        <p:spPr>
          <a:xfrm>
            <a:off x="1838325" y="5705475"/>
            <a:ext cx="17145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6458963-3C9E-9CA8-E54B-EA3662221084}"/>
              </a:ext>
            </a:extLst>
          </p:cNvPr>
          <p:cNvSpPr/>
          <p:nvPr/>
        </p:nvSpPr>
        <p:spPr>
          <a:xfrm>
            <a:off x="1828800" y="4562477"/>
            <a:ext cx="1314450" cy="1162048"/>
          </a:xfrm>
          <a:custGeom>
            <a:avLst/>
            <a:gdLst>
              <a:gd name="connsiteX0" fmla="*/ 0 w 1314450"/>
              <a:gd name="connsiteY0" fmla="*/ 127570 h 1299145"/>
              <a:gd name="connsiteX1" fmla="*/ 676275 w 1314450"/>
              <a:gd name="connsiteY1" fmla="*/ 108520 h 1299145"/>
              <a:gd name="connsiteX2" fmla="*/ 1314450 w 1314450"/>
              <a:gd name="connsiteY2" fmla="*/ 1299145 h 1299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4450" h="1299145">
                <a:moveTo>
                  <a:pt x="0" y="127570"/>
                </a:moveTo>
                <a:cubicBezTo>
                  <a:pt x="228600" y="20414"/>
                  <a:pt x="457200" y="-86742"/>
                  <a:pt x="676275" y="108520"/>
                </a:cubicBezTo>
                <a:cubicBezTo>
                  <a:pt x="895350" y="303782"/>
                  <a:pt x="1177925" y="1099120"/>
                  <a:pt x="1314450" y="129914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177EBC-1B92-9270-FF27-ED2630323EF7}"/>
              </a:ext>
            </a:extLst>
          </p:cNvPr>
          <p:cNvSpPr txBox="1"/>
          <p:nvPr/>
        </p:nvSpPr>
        <p:spPr>
          <a:xfrm>
            <a:off x="1509712" y="5798346"/>
            <a:ext cx="326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Number [0,1]</a:t>
            </a:r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2AAF44-CBC9-E6B9-624F-C56BF0F7CC2E}"/>
              </a:ext>
            </a:extLst>
          </p:cNvPr>
          <p:cNvSpPr txBox="1"/>
          <p:nvPr/>
        </p:nvSpPr>
        <p:spPr>
          <a:xfrm rot="16200000">
            <a:off x="787418" y="4696361"/>
            <a:ext cx="145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Dose (Gy)</a:t>
            </a:r>
            <a:endParaRPr lang="en-CA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25CC28-E6B3-C154-FB7B-EC9506881F6A}"/>
              </a:ext>
            </a:extLst>
          </p:cNvPr>
          <p:cNvCxnSpPr>
            <a:cxnSpLocks/>
          </p:cNvCxnSpPr>
          <p:nvPr/>
        </p:nvCxnSpPr>
        <p:spPr>
          <a:xfrm>
            <a:off x="5241013" y="4357000"/>
            <a:ext cx="0" cy="13620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F7B6F2-56E7-8F82-21D7-8D43276A6ABD}"/>
              </a:ext>
            </a:extLst>
          </p:cNvPr>
          <p:cNvCxnSpPr>
            <a:cxnSpLocks/>
          </p:cNvCxnSpPr>
          <p:nvPr/>
        </p:nvCxnSpPr>
        <p:spPr>
          <a:xfrm>
            <a:off x="5241013" y="5719075"/>
            <a:ext cx="29600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4F2D61C-DE09-F59B-5BF3-F088DFAE8ECC}"/>
              </a:ext>
            </a:extLst>
          </p:cNvPr>
          <p:cNvSpPr txBox="1"/>
          <p:nvPr/>
        </p:nvSpPr>
        <p:spPr>
          <a:xfrm rot="16200000">
            <a:off x="3711818" y="4801934"/>
            <a:ext cx="235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Event Frequency (1/s)</a:t>
            </a:r>
            <a:endParaRPr lang="en-CA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E85BC4B-C6F4-57B2-7225-303FC3AF4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579" y="4032500"/>
            <a:ext cx="2609847" cy="260984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71164EA-BB74-6739-F0FC-ACCAEA477F2B}"/>
              </a:ext>
            </a:extLst>
          </p:cNvPr>
          <p:cNvSpPr txBox="1"/>
          <p:nvPr/>
        </p:nvSpPr>
        <p:spPr>
          <a:xfrm>
            <a:off x="5498867" y="5764730"/>
            <a:ext cx="3267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(s)</a:t>
            </a:r>
            <a:endParaRPr lang="en-CA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875545-89A9-3A6C-ECD6-8104B3298F01}"/>
              </a:ext>
            </a:extLst>
          </p:cNvPr>
          <p:cNvCxnSpPr/>
          <p:nvPr/>
        </p:nvCxnSpPr>
        <p:spPr>
          <a:xfrm flipV="1">
            <a:off x="2619375" y="4867275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32300B-CD56-6C03-A47E-359B2474C307}"/>
              </a:ext>
            </a:extLst>
          </p:cNvPr>
          <p:cNvCxnSpPr>
            <a:cxnSpLocks/>
          </p:cNvCxnSpPr>
          <p:nvPr/>
        </p:nvCxnSpPr>
        <p:spPr>
          <a:xfrm flipV="1">
            <a:off x="5886450" y="5449994"/>
            <a:ext cx="0" cy="269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4AFC5E-86FF-831E-26C2-6D44FBF7E6E5}"/>
                  </a:ext>
                </a:extLst>
              </p:cNvPr>
              <p:cNvSpPr txBox="1"/>
              <p:nvPr/>
            </p:nvSpPr>
            <p:spPr>
              <a:xfrm>
                <a:off x="1953697" y="3154699"/>
                <a:ext cx="8284605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𝐷𝑜𝑠𝑒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𝑆𝑎𝑚𝑝𝑙𝑒𝑑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𝐷𝑜𝑠𝑒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𝐸𝑣𝑒𝑛𝑡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𝐹𝑟𝑒𝑞𝑢𝑒𝑛𝑐𝑦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4AFC5E-86FF-831E-26C2-6D44FBF7E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697" y="3154699"/>
                <a:ext cx="8284605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64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8130-042B-B4E1-C9AA-68BC013F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4CA3-D4E6-1779-B582-CDACDAEF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41</a:t>
            </a:fld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58722A-0186-76C8-81DB-DBCB03E12997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69EA45-4B9B-A788-FC47-69F62B2EFCCD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B3B9F3-CB13-05BF-F629-5A4735F3A304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9784DD-7BC5-8411-A8DD-A6866B6B3705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0F56B8-79E3-0FDB-1B88-8599F40DDAB7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A06013-D998-FFA0-934C-7F382C260B25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68E942-D279-4FAC-52BB-6709C4675376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45A920-7684-4CF8-06D5-E318D761DA50}"/>
              </a:ext>
            </a:extLst>
          </p:cNvPr>
          <p:cNvSpPr txBox="1"/>
          <p:nvPr/>
        </p:nvSpPr>
        <p:spPr>
          <a:xfrm>
            <a:off x="4497161" y="3534032"/>
            <a:ext cx="319767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Presented at COMP 2025</a:t>
            </a:r>
          </a:p>
        </p:txBody>
      </p:sp>
    </p:spTree>
    <p:extLst>
      <p:ext uri="{BB962C8B-B14F-4D97-AF65-F5344CB8AC3E}">
        <p14:creationId xmlns:p14="http://schemas.microsoft.com/office/powerpoint/2010/main" val="2551937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F005-D8FC-3965-09EF-C0002C95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Sweeping Co-60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ED8643-5835-2426-FCF3-559F7D4DD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040" y="1825778"/>
            <a:ext cx="4704080" cy="398319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AFD76-019F-9BFE-F23A-7BC798F1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42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293EE-6355-47C9-B385-5139240142A0}"/>
              </a:ext>
            </a:extLst>
          </p:cNvPr>
          <p:cNvSpPr txBox="1"/>
          <p:nvPr/>
        </p:nvSpPr>
        <p:spPr>
          <a:xfrm>
            <a:off x="0" y="6411514"/>
            <a:ext cx="10763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S. Hussein and E. </a:t>
            </a:r>
            <a:r>
              <a:rPr lang="en-CA" sz="1200" dirty="0" err="1"/>
              <a:t>el</a:t>
            </a:r>
            <a:r>
              <a:rPr lang="en-CA" sz="1200" dirty="0"/>
              <a:t>-Khatib, “Total body irradiation with a sweeping 60Cobalt beam,” Int J </a:t>
            </a:r>
            <a:r>
              <a:rPr lang="en-CA" sz="1200" dirty="0" err="1"/>
              <a:t>Radiat</a:t>
            </a:r>
            <a:r>
              <a:rPr lang="en-CA" sz="1200" dirty="0"/>
              <a:t> Oncol Biol Phys, vol. 33, no. 2, pp. 493–497, Sept. 1995, </a:t>
            </a:r>
            <a:r>
              <a:rPr lang="en-CA" sz="1200" dirty="0" err="1"/>
              <a:t>doi</a:t>
            </a:r>
            <a:r>
              <a:rPr lang="en-CA" sz="1200" dirty="0"/>
              <a:t>: </a:t>
            </a:r>
            <a:r>
              <a:rPr lang="en-CA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10.1016/0360-3016(95)00164-T</a:t>
            </a:r>
            <a:r>
              <a:rPr lang="en-CA" sz="12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C2F8C3-687B-3CA4-A929-FFDE1803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252" y="1825778"/>
            <a:ext cx="467742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85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4EE16-A1D3-22CD-7446-48A3D420B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Prelim Dose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0ACFE-9686-E12C-F0E5-70869E1CF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43</a:t>
            </a:fld>
            <a:endParaRPr lang="en-CA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BEA700C-1B2C-3F73-8257-68B799D05D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32215"/>
              </p:ext>
            </p:extLst>
          </p:nvPr>
        </p:nvGraphicFramePr>
        <p:xfrm>
          <a:off x="9046475" y="1912165"/>
          <a:ext cx="2675968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37984">
                  <a:extLst>
                    <a:ext uri="{9D8B030D-6E8A-4147-A177-3AD203B41FA5}">
                      <a16:colId xmlns:a16="http://schemas.microsoft.com/office/drawing/2014/main" val="917422986"/>
                    </a:ext>
                  </a:extLst>
                </a:gridCol>
                <a:gridCol w="1337984">
                  <a:extLst>
                    <a:ext uri="{9D8B030D-6E8A-4147-A177-3AD203B41FA5}">
                      <a16:colId xmlns:a16="http://schemas.microsoft.com/office/drawing/2014/main" val="3736676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Blood Volumes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500</a:t>
                      </a:r>
                      <a:endParaRPr lang="en-CA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27557"/>
                  </a:ext>
                </a:extLst>
              </a:tr>
              <a:tr h="355711">
                <a:tc>
                  <a:txBody>
                    <a:bodyPr/>
                    <a:lstStyle/>
                    <a:p>
                      <a:r>
                        <a:rPr lang="en-US" dirty="0"/>
                        <a:t>Time step size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0.002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17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to Steady State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382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426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Delivery per Field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408.6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56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to “Flip” Patient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5203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CEF275-1B5F-C739-6C10-D7C55BDA70BD}"/>
                  </a:ext>
                </a:extLst>
              </p:cNvPr>
              <p:cNvSpPr txBox="1"/>
              <p:nvPr/>
            </p:nvSpPr>
            <p:spPr>
              <a:xfrm>
                <a:off x="1210962" y="1960605"/>
                <a:ext cx="5909566" cy="33220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Monte Carlo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Ran AP and PA fields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2 billion particles each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Produced 4D Dose files with vessels as VOI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Blood Flow Simulation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Ran a smaller number of particles (&lt;1E5)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Only tracking dose delivered within the blood vessels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Scaled dose results with: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𝑓𝑖𝑒𝑙𝑑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𝑒𝑥𝑝𝑜𝑠𝑢𝑟𝑒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CEF275-1B5F-C739-6C10-D7C55BDA7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962" y="1960605"/>
                <a:ext cx="5909566" cy="3322063"/>
              </a:xfrm>
              <a:prstGeom prst="rect">
                <a:avLst/>
              </a:prstGeom>
              <a:blipFill>
                <a:blip r:embed="rId2"/>
                <a:stretch>
                  <a:fillRect l="-722" t="-1101" r="-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9521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FADA9-538D-359B-7453-5298A622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80B5-BBD3-2D04-1CF7-BC94BB8E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Prelim Dose Results: Unscaled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5A72B-0DE5-BA42-032C-36EDA6B78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44</a:t>
            </a:fld>
            <a:endParaRPr lang="en-CA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1FEC0F4-7F61-9D31-A62B-524B432E95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855339"/>
              </p:ext>
            </p:extLst>
          </p:nvPr>
        </p:nvGraphicFramePr>
        <p:xfrm>
          <a:off x="9046475" y="1912165"/>
          <a:ext cx="2675968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37984">
                  <a:extLst>
                    <a:ext uri="{9D8B030D-6E8A-4147-A177-3AD203B41FA5}">
                      <a16:colId xmlns:a16="http://schemas.microsoft.com/office/drawing/2014/main" val="917422986"/>
                    </a:ext>
                  </a:extLst>
                </a:gridCol>
                <a:gridCol w="1337984">
                  <a:extLst>
                    <a:ext uri="{9D8B030D-6E8A-4147-A177-3AD203B41FA5}">
                      <a16:colId xmlns:a16="http://schemas.microsoft.com/office/drawing/2014/main" val="3736676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Blood Volumes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500</a:t>
                      </a:r>
                      <a:endParaRPr lang="en-CA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27557"/>
                  </a:ext>
                </a:extLst>
              </a:tr>
              <a:tr h="355711">
                <a:tc>
                  <a:txBody>
                    <a:bodyPr/>
                    <a:lstStyle/>
                    <a:p>
                      <a:r>
                        <a:rPr lang="en-US" dirty="0"/>
                        <a:t>Time step size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0.002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17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to Steady State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382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426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Delivery per Field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408.6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56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to “Flip” Patient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5203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4D99C5-9246-2276-889D-400EEC6BBB00}"/>
                  </a:ext>
                </a:extLst>
              </p:cNvPr>
              <p:cNvSpPr txBox="1"/>
              <p:nvPr/>
            </p:nvSpPr>
            <p:spPr>
              <a:xfrm>
                <a:off x="1210962" y="1960605"/>
                <a:ext cx="5909566" cy="33220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Monte Carlo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Ran AP and PA fields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2 billion particles each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Produced 4D Dose files with vessels as VOI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Blood Flow Simulation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Ran a smaller number of particles (&lt;1E5)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Only tracking dose delivered within the blood vessels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Scaled dose results with: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𝑓𝑖𝑒𝑙𝑑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𝑒𝑥𝑝𝑜𝑠𝑢𝑟𝑒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4D99C5-9246-2276-889D-400EEC6BB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962" y="1960605"/>
                <a:ext cx="5909566" cy="3322063"/>
              </a:xfrm>
              <a:prstGeom prst="rect">
                <a:avLst/>
              </a:prstGeom>
              <a:blipFill>
                <a:blip r:embed="rId2"/>
                <a:stretch>
                  <a:fillRect l="-722" t="-1101" r="-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860861D9-A603-8073-3281-6BE23A1C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459" y="1737360"/>
            <a:ext cx="5975697" cy="440355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555901-5776-9642-4A82-5D54EC671375}"/>
              </a:ext>
            </a:extLst>
          </p:cNvPr>
          <p:cNvSpPr/>
          <p:nvPr/>
        </p:nvSpPr>
        <p:spPr>
          <a:xfrm>
            <a:off x="3560812" y="5861437"/>
            <a:ext cx="1790833" cy="148176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743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729D6-7118-2AD6-C347-1DF1F90B4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470D-C81C-6F2B-6020-41AF8978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Prelim Dose Results: Scaled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3EFC6-3006-30E3-AC28-ED4776A53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45</a:t>
            </a:fld>
            <a:endParaRPr lang="en-CA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E5122EF-A248-5DCC-0797-283450E8EC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702833"/>
              </p:ext>
            </p:extLst>
          </p:nvPr>
        </p:nvGraphicFramePr>
        <p:xfrm>
          <a:off x="9046475" y="1912165"/>
          <a:ext cx="2675968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37984">
                  <a:extLst>
                    <a:ext uri="{9D8B030D-6E8A-4147-A177-3AD203B41FA5}">
                      <a16:colId xmlns:a16="http://schemas.microsoft.com/office/drawing/2014/main" val="917422986"/>
                    </a:ext>
                  </a:extLst>
                </a:gridCol>
                <a:gridCol w="1337984">
                  <a:extLst>
                    <a:ext uri="{9D8B030D-6E8A-4147-A177-3AD203B41FA5}">
                      <a16:colId xmlns:a16="http://schemas.microsoft.com/office/drawing/2014/main" val="3736676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Blood Volumes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500</a:t>
                      </a:r>
                      <a:endParaRPr lang="en-CA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27557"/>
                  </a:ext>
                </a:extLst>
              </a:tr>
              <a:tr h="355711">
                <a:tc>
                  <a:txBody>
                    <a:bodyPr/>
                    <a:lstStyle/>
                    <a:p>
                      <a:r>
                        <a:rPr lang="en-US" dirty="0"/>
                        <a:t>Time step size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0.002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17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to Steady State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382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426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Delivery per Field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408.6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56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to “Flip” Patient (s)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52037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065BF3-4A40-AB02-20A1-C039CFC400CF}"/>
                  </a:ext>
                </a:extLst>
              </p:cNvPr>
              <p:cNvSpPr txBox="1"/>
              <p:nvPr/>
            </p:nvSpPr>
            <p:spPr>
              <a:xfrm>
                <a:off x="1210962" y="1960605"/>
                <a:ext cx="5909566" cy="33220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Monte Carlo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Ran AP and PA fields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2 billion particles each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Produced 4D Dose files with vessels as VOI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Blood Flow Simulation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Ran a smaller number of particles (&lt;1E5)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Only tracking dose delivered within the blood vessels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Scaled dose results with: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𝑓𝑖𝑒𝑙𝑑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𝑒𝑥𝑝𝑜𝑠𝑢𝑟𝑒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065BF3-4A40-AB02-20A1-C039CFC40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962" y="1960605"/>
                <a:ext cx="5909566" cy="3322063"/>
              </a:xfrm>
              <a:prstGeom prst="rect">
                <a:avLst/>
              </a:prstGeom>
              <a:blipFill>
                <a:blip r:embed="rId2"/>
                <a:stretch>
                  <a:fillRect l="-722" t="-1101" r="-2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B38B58-6F54-90E7-E3D0-1D0779D39035}"/>
                  </a:ext>
                </a:extLst>
              </p:cNvPr>
              <p:cNvSpPr txBox="1"/>
              <p:nvPr/>
            </p:nvSpPr>
            <p:spPr>
              <a:xfrm>
                <a:off x="7274978" y="2030000"/>
                <a:ext cx="1617046" cy="69788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𝑓𝑖𝑒𝑙𝑑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𝑒𝑥𝑝𝑜𝑠𝑢𝑟𝑒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B38B58-6F54-90E7-E3D0-1D0779D39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978" y="2030000"/>
                <a:ext cx="1617046" cy="6978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84C5BEB6-F1E6-E9A4-7358-5DDE5DB87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305" y="1834019"/>
            <a:ext cx="6042222" cy="445258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64EF32-4DCE-47DD-2114-D871731619AF}"/>
              </a:ext>
            </a:extLst>
          </p:cNvPr>
          <p:cNvSpPr/>
          <p:nvPr/>
        </p:nvSpPr>
        <p:spPr>
          <a:xfrm>
            <a:off x="3520679" y="5982050"/>
            <a:ext cx="1723456" cy="193040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9021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66419-326B-F236-88A9-861B52E71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F8C8D-AE5C-946D-F9E3-4C077A4A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Prelim Dose Results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3CEAB17-B2EB-4346-9E6A-8EEC578AC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643" y="1845734"/>
            <a:ext cx="5787358" cy="42647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FA5DB-92E2-53F2-C662-C77BF28C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46</a:t>
            </a:fld>
            <a:endParaRPr lang="en-CA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754CA8-E7C7-5C9D-CA4F-E3F69BEBEF59}"/>
              </a:ext>
            </a:extLst>
          </p:cNvPr>
          <p:cNvSpPr/>
          <p:nvPr/>
        </p:nvSpPr>
        <p:spPr>
          <a:xfrm>
            <a:off x="8642952" y="5821680"/>
            <a:ext cx="1723456" cy="193040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5961C8-B0F7-525C-AEDF-A5E1F1611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5734"/>
            <a:ext cx="5787358" cy="426476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46D7DC-F988-3424-44BE-24CC2660B2FA}"/>
              </a:ext>
            </a:extLst>
          </p:cNvPr>
          <p:cNvSpPr/>
          <p:nvPr/>
        </p:nvSpPr>
        <p:spPr>
          <a:xfrm>
            <a:off x="2397760" y="5821680"/>
            <a:ext cx="1463040" cy="193040"/>
          </a:xfrm>
          <a:prstGeom prst="round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CB180CE-82E6-914F-1F0B-65478C6D8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17783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161B-7CDF-F28C-41E7-F4D22FAA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Anticipating Projects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F26EC-8641-6786-F377-F9E210E48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the following:</a:t>
            </a:r>
          </a:p>
          <a:p>
            <a:pPr lvl="1"/>
            <a:r>
              <a:rPr lang="en-US" dirty="0"/>
              <a:t>Extended POP: most common in Canada as of 2017  </a:t>
            </a:r>
          </a:p>
          <a:p>
            <a:pPr lvl="1"/>
            <a:r>
              <a:rPr lang="en-US" dirty="0"/>
              <a:t>TBI VMAT: as delivered at BC Cancer – Vancouver</a:t>
            </a:r>
          </a:p>
          <a:p>
            <a:pPr lvl="2"/>
            <a:r>
              <a:rPr lang="en-US" dirty="0"/>
              <a:t>Q: Are their variables we can vary during the treatment planning process?</a:t>
            </a:r>
          </a:p>
          <a:p>
            <a:r>
              <a:rPr lang="en-CA" dirty="0"/>
              <a:t>Compare the standard deviation of the dose to the BVs for all treatments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56F0E-AACC-4950-1B4D-D99BD134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47</a:t>
            </a:fld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CA64C-3F42-93AF-F7C6-81ACDD9AC1CE}"/>
              </a:ext>
            </a:extLst>
          </p:cNvPr>
          <p:cNvSpPr txBox="1"/>
          <p:nvPr/>
        </p:nvSpPr>
        <p:spPr>
          <a:xfrm>
            <a:off x="-76201" y="6411514"/>
            <a:ext cx="10620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R. C. N. Studinski, D. J. Fraser, R. S. Samant, and M. S. MacPherson, “Current practice in total-body irradiation: results of a Canada-wide survey,” Curr Oncol, vol. 24, no. 3, pp. 181–186, June 2017.</a:t>
            </a:r>
          </a:p>
        </p:txBody>
      </p:sp>
    </p:spTree>
    <p:extLst>
      <p:ext uri="{BB962C8B-B14F-4D97-AF65-F5344CB8AC3E}">
        <p14:creationId xmlns:p14="http://schemas.microsoft.com/office/powerpoint/2010/main" val="17035205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F5C6-E751-BA09-05B4-81E901FC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Publications Anticipated and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1E1CA-CE51-C89C-79CA-FD3BEA12F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Submitted Project 1 – Blood Flow Model to Physics in Medicine &amp; Biology and the paper was rejected.</a:t>
            </a:r>
          </a:p>
          <a:p>
            <a:r>
              <a:rPr lang="en-US" dirty="0"/>
              <a:t>The </a:t>
            </a:r>
            <a:r>
              <a:rPr lang="en-US" u="sng" dirty="0"/>
              <a:t>lack of dosimetric results </a:t>
            </a:r>
            <a:r>
              <a:rPr lang="en-US" dirty="0"/>
              <a:t>was a significant piece of feedback.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1F0E0-CD0C-229E-5D94-ADA60FEB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38780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DDD84-5641-F71A-C05D-536E601B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802E-A03A-8FA2-6ADC-CCED3F92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Publications Anticipated and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AFEF8-EA74-A617-8AE6-3A2063A11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Submitted Project 1 – Blood Flow Model to Physics in Medicine &amp; Biology and the paper was rejected.</a:t>
            </a:r>
          </a:p>
          <a:p>
            <a:r>
              <a:rPr lang="en-US" dirty="0"/>
              <a:t>The </a:t>
            </a:r>
            <a:r>
              <a:rPr lang="en-US" u="sng" dirty="0"/>
              <a:t>lack of dosimetric results </a:t>
            </a:r>
            <a:r>
              <a:rPr lang="en-US" dirty="0"/>
              <a:t>was a significant piece of feedback. </a:t>
            </a:r>
          </a:p>
          <a:p>
            <a:r>
              <a:rPr lang="en-US" dirty="0"/>
              <a:t>Options:</a:t>
            </a:r>
          </a:p>
          <a:p>
            <a:pPr marL="457200" indent="-457200"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r>
              <a:rPr lang="en-US" dirty="0"/>
              <a:t>Re-submit with additional focus on validation metrics </a:t>
            </a:r>
          </a:p>
          <a:p>
            <a:pPr marL="457200" indent="-457200">
              <a:buClr>
                <a:schemeClr val="accent1">
                  <a:lumMod val="50000"/>
                </a:schemeClr>
              </a:buClr>
              <a:buFont typeface="+mj-lt"/>
              <a:buAutoNum type="arabicPeriod"/>
            </a:pPr>
            <a:r>
              <a:rPr lang="en-US" dirty="0"/>
              <a:t>Combine Project 1 and Project 2 into a singular publication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B1131-8F79-7AEC-7E17-ECEDC79F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20573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EC0F-8FB7-5780-47B9-FF7762017E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Big Question: Do you feel like the outlined work meets the requirement to fill the body of my thesis?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1CEBC-BCCE-7303-A4F1-D1D30EB13C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4D409-7197-5D88-7B2A-5228A145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26718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983D-EBB6-683C-94AD-CAED3B79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Thank you.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CB0118-3CE2-03A0-E7ED-D643FAD1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51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852B46-B54C-4E6C-E740-7995F03FCA56}"/>
              </a:ext>
            </a:extLst>
          </p:cNvPr>
          <p:cNvSpPr txBox="1"/>
          <p:nvPr/>
        </p:nvSpPr>
        <p:spPr>
          <a:xfrm>
            <a:off x="1200150" y="2047875"/>
            <a:ext cx="924875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Questions for you: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Thoughts on publication issue?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Thoughts on work and future work constituting a full thesis?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Questions for me?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0883626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52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Steady State Identification</a:t>
            </a:r>
            <a:endParaRPr lang="en-C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43EA1-286A-7FA5-EE0B-CBBCC185F1FE}"/>
                  </a:ext>
                </a:extLst>
              </p:cNvPr>
              <p:cNvSpPr txBox="1"/>
              <p:nvPr/>
            </p:nvSpPr>
            <p:spPr>
              <a:xfrm>
                <a:off x="5758215" y="5081897"/>
                <a:ext cx="5293951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CA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CA" sz="24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sz="240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%</m:t>
                                          </m:r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𝐵𝑉</m:t>
                                          </m:r>
                                        </m:e>
                                        <m:sub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p>
                                      </m:sSubSup>
                                      <m:r>
                                        <a:rPr lang="en-CA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%</m:t>
                                          </m:r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𝐵𝑉</m:t>
                                          </m:r>
                                        </m:e>
                                        <m:sub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CA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43EA1-286A-7FA5-EE0B-CBBCC185F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215" y="5081897"/>
                <a:ext cx="5293951" cy="11835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EAF2DCD-1FEA-2374-F04B-D2C76AADB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6678" y="114299"/>
            <a:ext cx="7017026" cy="48487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53EA24-AA01-D04B-4477-0DF34E1A6E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00" y="575964"/>
            <a:ext cx="3068907" cy="5689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EA8C40-19C4-785F-592F-B96D3B0198A2}"/>
              </a:ext>
            </a:extLst>
          </p:cNvPr>
          <p:cNvSpPr txBox="1"/>
          <p:nvPr/>
        </p:nvSpPr>
        <p:spPr>
          <a:xfrm>
            <a:off x="5194997" y="372386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C6EE72-8663-E2CD-4FB2-D2AA94EDEE73}"/>
              </a:ext>
            </a:extLst>
          </p:cNvPr>
          <p:cNvSpPr txBox="1"/>
          <p:nvPr/>
        </p:nvSpPr>
        <p:spPr>
          <a:xfrm>
            <a:off x="6891130" y="748748"/>
            <a:ext cx="273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00FF"/>
                </a:solidFill>
              </a:rPr>
              <a:t>All Blood Voxels Released</a:t>
            </a:r>
          </a:p>
        </p:txBody>
      </p:sp>
    </p:spTree>
    <p:extLst>
      <p:ext uri="{BB962C8B-B14F-4D97-AF65-F5344CB8AC3E}">
        <p14:creationId xmlns:p14="http://schemas.microsoft.com/office/powerpoint/2010/main" val="13517173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08F18-624E-72B0-2F9C-FAF6135E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3B9F-45E8-0432-FBDD-6C1EFD49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53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0681CE-DF11-4CB9-66AA-61F08C1B6123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A4DA4C74-0F02-28AD-D7F1-ABA040AE41D9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74AE0-C253-63A5-9B51-D26A5C53E9DD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1F85F-8D1F-980C-754F-DA009D2FA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89BBE7-8CE1-AAA0-E56E-30EB999D7CE3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72DB7-8238-1E69-2173-EC48A7FCFA10}"/>
                  </a:ext>
                </a:extLst>
              </p:cNvPr>
              <p:cNvSpPr txBox="1"/>
              <p:nvPr/>
            </p:nvSpPr>
            <p:spPr>
              <a:xfrm>
                <a:off x="5903475" y="5486266"/>
                <a:ext cx="4045783" cy="461665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72DB7-8238-1E69-2173-EC48A7FCF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475" y="5486266"/>
                <a:ext cx="4045783" cy="461665"/>
              </a:xfrm>
              <a:prstGeom prst="rect">
                <a:avLst/>
              </a:prstGeom>
              <a:blipFill>
                <a:blip r:embed="rId4"/>
                <a:stretch>
                  <a:fillRect b="-14103"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7E4B4D4-9F79-6698-665F-BDCC3927EE31}"/>
              </a:ext>
            </a:extLst>
          </p:cNvPr>
          <p:cNvGraphicFramePr>
            <a:graphicFrameLocks/>
          </p:cNvGraphicFramePr>
          <p:nvPr/>
        </p:nvGraphicFramePr>
        <p:xfrm>
          <a:off x="5558248" y="215893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942064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54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F1282-B5C0-FA52-786E-5BC6A03931A6}"/>
              </a:ext>
            </a:extLst>
          </p:cNvPr>
          <p:cNvSpPr txBox="1"/>
          <p:nvPr/>
        </p:nvSpPr>
        <p:spPr>
          <a:xfrm>
            <a:off x="122130" y="6294440"/>
            <a:ext cx="1171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</a:rPr>
              <a:t>Jin, Young-Hoon, </a:t>
            </a:r>
            <a:r>
              <a:rPr lang="en-US" sz="1200" dirty="0"/>
              <a:t>and</a:t>
            </a:r>
            <a:r>
              <a:rPr lang="en-US" sz="1200" dirty="0">
                <a:effectLst/>
              </a:rPr>
              <a:t> Won-Hyung Lee. “Fast cylinder shape matching using random sample consensus in large Scale Point Cloud.” </a:t>
            </a:r>
            <a:r>
              <a:rPr lang="en-US" sz="1200" i="1" dirty="0">
                <a:effectLst/>
              </a:rPr>
              <a:t>Applied Sciences</a:t>
            </a:r>
            <a:r>
              <a:rPr lang="en-US" sz="1200" dirty="0">
                <a:effectLst/>
              </a:rPr>
              <a:t>,  9,  5, 2019.</a:t>
            </a:r>
          </a:p>
          <a:p>
            <a:r>
              <a:rPr lang="en-CA" sz="1200" dirty="0"/>
              <a:t>Watanabe, </a:t>
            </a:r>
            <a:r>
              <a:rPr lang="en-CA" sz="1200" dirty="0" err="1"/>
              <a:t>Sansuke</a:t>
            </a:r>
            <a:r>
              <a:rPr lang="en-CA" sz="1200" dirty="0"/>
              <a:t> M., Blanco, Pablo J., and </a:t>
            </a:r>
            <a:r>
              <a:rPr lang="en-CA" sz="1200" dirty="0" err="1"/>
              <a:t>Feijóo</a:t>
            </a:r>
            <a:r>
              <a:rPr lang="en-CA" sz="1200" dirty="0"/>
              <a:t>, Raúl A.. "Mathematical Model of Blood Flow in an Anatomically Detailed Arterial Network of the Arm." </a:t>
            </a:r>
            <a:r>
              <a:rPr lang="en-CA" sz="1200" i="1" dirty="0">
                <a:effectLst/>
              </a:rPr>
              <a:t>ESAIM: Mathematical   	Modelling and Numerical Analysis - </a:t>
            </a:r>
            <a:r>
              <a:rPr lang="en-CA" sz="1200" i="1" dirty="0" err="1">
                <a:effectLst/>
              </a:rPr>
              <a:t>Modélisation</a:t>
            </a:r>
            <a:r>
              <a:rPr lang="en-CA" sz="1200" i="1" dirty="0">
                <a:effectLst/>
              </a:rPr>
              <a:t> </a:t>
            </a:r>
            <a:r>
              <a:rPr lang="en-CA" sz="1200" i="1" dirty="0" err="1">
                <a:effectLst/>
              </a:rPr>
              <a:t>Mathématique</a:t>
            </a:r>
            <a:r>
              <a:rPr lang="en-CA" sz="1200" i="1" dirty="0">
                <a:effectLst/>
              </a:rPr>
              <a:t> et Analyse Numérique</a:t>
            </a:r>
            <a:r>
              <a:rPr lang="en-CA" sz="1200" dirty="0"/>
              <a:t> 47, 4, 2013.</a:t>
            </a:r>
            <a:endParaRPr lang="en-US" sz="1200" dirty="0">
              <a:effectLst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  <a:r>
              <a:rPr lang="en-CA" sz="2400" dirty="0" err="1"/>
              <a:t>imension</a:t>
            </a:r>
            <a:r>
              <a:rPr lang="en-CA" sz="2400" dirty="0"/>
              <a:t> Extraction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E0573126-EBCF-5DE9-B420-6770F516C707}"/>
              </a:ext>
            </a:extLst>
          </p:cNvPr>
          <p:cNvSpPr/>
          <p:nvPr/>
        </p:nvSpPr>
        <p:spPr>
          <a:xfrm rot="1392224">
            <a:off x="2418564" y="2133211"/>
            <a:ext cx="2700641" cy="2655983"/>
          </a:xfrm>
          <a:prstGeom prst="arc">
            <a:avLst>
              <a:gd name="adj1" fmla="val 12755381"/>
              <a:gd name="adj2" fmla="val 12687122"/>
            </a:avLst>
          </a:prstGeom>
          <a:ln w="76200">
            <a:solidFill>
              <a:srgbClr val="0DBFD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D6BBEFC-8A51-D0F5-9A64-B09A0495572A}"/>
              </a:ext>
            </a:extLst>
          </p:cNvPr>
          <p:cNvSpPr/>
          <p:nvPr/>
        </p:nvSpPr>
        <p:spPr>
          <a:xfrm rot="1392224">
            <a:off x="2418565" y="2133210"/>
            <a:ext cx="2700641" cy="2655983"/>
          </a:xfrm>
          <a:prstGeom prst="arc">
            <a:avLst>
              <a:gd name="adj1" fmla="val 12755381"/>
              <a:gd name="adj2" fmla="val 21052343"/>
            </a:avLst>
          </a:prstGeom>
          <a:ln w="76200">
            <a:solidFill>
              <a:srgbClr val="905AA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BA0C3F-21DB-ED55-5967-798EB89EE961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3013471" y="2349918"/>
            <a:ext cx="2079956" cy="1307229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D9307D-6C57-D380-33FF-9F70C81C64A2}"/>
              </a:ext>
            </a:extLst>
          </p:cNvPr>
          <p:cNvCxnSpPr>
            <a:cxnSpLocks/>
          </p:cNvCxnSpPr>
          <p:nvPr/>
        </p:nvCxnSpPr>
        <p:spPr>
          <a:xfrm>
            <a:off x="3013471" y="2348975"/>
            <a:ext cx="1459470" cy="0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C55116-67F3-5493-5627-2C8F4464B651}"/>
              </a:ext>
            </a:extLst>
          </p:cNvPr>
          <p:cNvCxnSpPr>
            <a:cxnSpLocks/>
          </p:cNvCxnSpPr>
          <p:nvPr/>
        </p:nvCxnSpPr>
        <p:spPr>
          <a:xfrm flipH="1" flipV="1">
            <a:off x="4472941" y="2371007"/>
            <a:ext cx="620486" cy="1307229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4E8D8672-08F8-B93A-D89A-B4734AAA2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" y="1123684"/>
            <a:ext cx="2086385" cy="51496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337AAFA-CD46-A0E9-37ED-F57C9F49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712" y="1184687"/>
            <a:ext cx="1871451" cy="514963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48CDBB-64E2-31DF-D6E0-19555A4595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992" b="6968"/>
          <a:stretch/>
        </p:blipFill>
        <p:spPr>
          <a:xfrm>
            <a:off x="7371126" y="1046477"/>
            <a:ext cx="1871451" cy="5100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5ED0CC-8A7A-228E-07D7-83C709E2E4A7}"/>
                  </a:ext>
                </a:extLst>
              </p:cNvPr>
              <p:cNvSpPr txBox="1"/>
              <p:nvPr/>
            </p:nvSpPr>
            <p:spPr>
              <a:xfrm>
                <a:off x="9134360" y="1277687"/>
                <a:ext cx="2855867" cy="4524315"/>
              </a:xfrm>
              <a:prstGeom prst="rect">
                <a:avLst/>
              </a:prstGeom>
              <a:solidFill>
                <a:srgbClr val="905AA6">
                  <a:alpha val="25000"/>
                </a:srgbClr>
              </a:solidFill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Superior Mesenteric Artery</a:t>
                </a:r>
              </a:p>
              <a:p>
                <a:endParaRPr lang="en-CA" i="1" dirty="0">
                  <a:latin typeface="Cambria Math" panose="02040503050406030204" pitchFamily="18" charset="0"/>
                </a:endParaRPr>
              </a:p>
              <a:p>
                <a:r>
                  <a:rPr lang="en-CA" dirty="0"/>
                  <a:t>Calculated length (N =12)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CA" b="0" i="1" smtClean="0">
                        <a:latin typeface="Cambria Math" panose="02040503050406030204" pitchFamily="18" charset="0"/>
                      </a:rPr>
                      <m:t>=220.84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33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%</m:t>
                    </m:r>
                  </m:oMath>
                </a14:m>
                <a:r>
                  <a:rPr lang="en-CA" b="0" dirty="0">
                    <a:ea typeface="Cambria Math" panose="02040503050406030204" pitchFamily="18" charset="0"/>
                  </a:rPr>
                  <a:t> </a:t>
                </a:r>
              </a:p>
              <a:p>
                <a:endParaRPr lang="en-CA" dirty="0"/>
              </a:p>
              <a:p>
                <a:r>
                  <a:rPr lang="en-CA" dirty="0"/>
                  <a:t>Manually measured length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=212.75</m:t>
                    </m:r>
                  </m:oMath>
                </a14:m>
                <a:r>
                  <a:rPr lang="en-CA" dirty="0"/>
                  <a:t> mm</a:t>
                </a:r>
              </a:p>
              <a:p>
                <a:endParaRPr lang="en-CA" dirty="0"/>
              </a:p>
              <a:p>
                <a:r>
                  <a:rPr lang="en-CA" dirty="0" err="1"/>
                  <a:t>Hemolab</a:t>
                </a:r>
                <a:r>
                  <a:rPr lang="en-CA" dirty="0"/>
                  <a:t> Value: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=216.79 </m:t>
                    </m:r>
                  </m:oMath>
                </a14:m>
                <a:r>
                  <a:rPr lang="en-CA" dirty="0"/>
                  <a:t> mm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r>
                  <a:rPr lang="en-CA" dirty="0">
                    <a:latin typeface="Cambria Math" panose="02040503050406030204" pitchFamily="18" charset="0"/>
                  </a:rPr>
                  <a:t>Calculated radius (N = 12)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=1.79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2.79 %</m:t>
                    </m:r>
                  </m:oMath>
                </a14:m>
                <a:r>
                  <a:rPr lang="en-CA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=1.66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18.67 %</m:t>
                    </m:r>
                  </m:oMath>
                </a14:m>
                <a:r>
                  <a:rPr lang="en-CA" b="0" dirty="0"/>
                  <a:t> 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5ED0CC-8A7A-228E-07D7-83C709E2E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360" y="1277687"/>
                <a:ext cx="2855867" cy="4524315"/>
              </a:xfrm>
              <a:prstGeom prst="rect">
                <a:avLst/>
              </a:prstGeom>
              <a:blipFill>
                <a:blip r:embed="rId6"/>
                <a:stretch>
                  <a:fillRect l="-1706" t="-809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CE217D-5F63-B2BF-8D2A-06B8E42D1B56}"/>
              </a:ext>
            </a:extLst>
          </p:cNvPr>
          <p:cNvCxnSpPr>
            <a:cxnSpLocks/>
          </p:cNvCxnSpPr>
          <p:nvPr/>
        </p:nvCxnSpPr>
        <p:spPr>
          <a:xfrm flipV="1">
            <a:off x="9079699" y="1706637"/>
            <a:ext cx="2855867" cy="1965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AE53CA-C48B-1910-D20E-CAF02EC79EBF}"/>
              </a:ext>
            </a:extLst>
          </p:cNvPr>
          <p:cNvCxnSpPr>
            <a:cxnSpLocks/>
          </p:cNvCxnSpPr>
          <p:nvPr/>
        </p:nvCxnSpPr>
        <p:spPr>
          <a:xfrm flipV="1">
            <a:off x="9134359" y="4341854"/>
            <a:ext cx="2855867" cy="1965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918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55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F1282-B5C0-FA52-786E-5BC6A03931A6}"/>
              </a:ext>
            </a:extLst>
          </p:cNvPr>
          <p:cNvSpPr txBox="1"/>
          <p:nvPr/>
        </p:nvSpPr>
        <p:spPr>
          <a:xfrm>
            <a:off x="166007" y="6420757"/>
            <a:ext cx="11655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E414F"/>
                </a:solidFill>
                <a:effectLst/>
              </a:rPr>
              <a:t>Olufsen, Mette Sofie. “Structured tree outflow condition for blood flow in larger systemic arteries.” </a:t>
            </a:r>
            <a:r>
              <a:rPr lang="en-US" sz="1200" b="0" i="1" dirty="0">
                <a:solidFill>
                  <a:srgbClr val="2E414F"/>
                </a:solidFill>
                <a:effectLst/>
              </a:rPr>
              <a:t>American journal of physiology. Heart and circulatory physiology</a:t>
            </a:r>
            <a:r>
              <a:rPr lang="en-US" sz="1200" b="0" i="0" dirty="0">
                <a:solidFill>
                  <a:srgbClr val="2E414F"/>
                </a:solidFill>
                <a:effectLst/>
              </a:rPr>
              <a:t> , 276,  1, 1999</a:t>
            </a:r>
            <a:r>
              <a:rPr lang="en-US" sz="1200" dirty="0">
                <a:solidFill>
                  <a:srgbClr val="2E414F"/>
                </a:solidFill>
              </a:rPr>
              <a:t>.</a:t>
            </a:r>
            <a:endParaRPr lang="en-CA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Network and Simplifications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38CB7F-0AFF-38AA-73E5-C682FE1B077A}"/>
              </a:ext>
            </a:extLst>
          </p:cNvPr>
          <p:cNvCxnSpPr/>
          <p:nvPr/>
        </p:nvCxnSpPr>
        <p:spPr>
          <a:xfrm flipV="1">
            <a:off x="1195251" y="1136469"/>
            <a:ext cx="0" cy="4898571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E46859-D6D2-D990-CA2C-3ADDF7B42026}"/>
              </a:ext>
            </a:extLst>
          </p:cNvPr>
          <p:cNvCxnSpPr>
            <a:cxnSpLocks/>
          </p:cNvCxnSpPr>
          <p:nvPr/>
        </p:nvCxnSpPr>
        <p:spPr>
          <a:xfrm flipV="1">
            <a:off x="1195251" y="3261052"/>
            <a:ext cx="661851" cy="172429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86B578-3A27-11CD-0DBE-9D9422EDF378}"/>
              </a:ext>
            </a:extLst>
          </p:cNvPr>
          <p:cNvCxnSpPr>
            <a:cxnSpLocks/>
          </p:cNvCxnSpPr>
          <p:nvPr/>
        </p:nvCxnSpPr>
        <p:spPr>
          <a:xfrm flipH="1" flipV="1">
            <a:off x="439782" y="1817801"/>
            <a:ext cx="755469" cy="138901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C910EB-F1FD-F8BE-2F9A-58466EF45986}"/>
              </a:ext>
            </a:extLst>
          </p:cNvPr>
          <p:cNvCxnSpPr>
            <a:cxnSpLocks/>
          </p:cNvCxnSpPr>
          <p:nvPr/>
        </p:nvCxnSpPr>
        <p:spPr>
          <a:xfrm flipH="1" flipV="1">
            <a:off x="1476648" y="2981336"/>
            <a:ext cx="218803" cy="744160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F0774D-CF89-C9FD-AC60-44764F6A270A}"/>
              </a:ext>
            </a:extLst>
          </p:cNvPr>
          <p:cNvCxnSpPr>
            <a:cxnSpLocks/>
          </p:cNvCxnSpPr>
          <p:nvPr/>
        </p:nvCxnSpPr>
        <p:spPr>
          <a:xfrm flipH="1">
            <a:off x="1476648" y="4226595"/>
            <a:ext cx="688249" cy="47493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0B26D4-9099-02BE-20A0-AD3A198B2973}"/>
              </a:ext>
            </a:extLst>
          </p:cNvPr>
          <p:cNvCxnSpPr>
            <a:cxnSpLocks/>
          </p:cNvCxnSpPr>
          <p:nvPr/>
        </p:nvCxnSpPr>
        <p:spPr>
          <a:xfrm flipV="1">
            <a:off x="3509006" y="4985349"/>
            <a:ext cx="0" cy="1049691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7248EC-E49F-B417-0D64-7447699A262D}"/>
              </a:ext>
            </a:extLst>
          </p:cNvPr>
          <p:cNvCxnSpPr>
            <a:cxnSpLocks/>
          </p:cNvCxnSpPr>
          <p:nvPr/>
        </p:nvCxnSpPr>
        <p:spPr>
          <a:xfrm flipV="1">
            <a:off x="3509006" y="3261052"/>
            <a:ext cx="0" cy="1647055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4EBEB58-F2BC-6A7A-D8FD-B51E7513DC74}"/>
              </a:ext>
            </a:extLst>
          </p:cNvPr>
          <p:cNvCxnSpPr>
            <a:cxnSpLocks/>
          </p:cNvCxnSpPr>
          <p:nvPr/>
        </p:nvCxnSpPr>
        <p:spPr>
          <a:xfrm flipV="1">
            <a:off x="3487235" y="1168072"/>
            <a:ext cx="0" cy="1945015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2FF62E-9BAF-7952-1BBA-F0EF738654D1}"/>
              </a:ext>
            </a:extLst>
          </p:cNvPr>
          <p:cNvCxnSpPr>
            <a:cxnSpLocks/>
          </p:cNvCxnSpPr>
          <p:nvPr/>
        </p:nvCxnSpPr>
        <p:spPr>
          <a:xfrm flipH="1" flipV="1">
            <a:off x="2683870" y="1817801"/>
            <a:ext cx="755469" cy="138901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E1C829-FBFC-FFD6-E03C-4CCE7CD60E78}"/>
              </a:ext>
            </a:extLst>
          </p:cNvPr>
          <p:cNvCxnSpPr>
            <a:cxnSpLocks/>
          </p:cNvCxnSpPr>
          <p:nvPr/>
        </p:nvCxnSpPr>
        <p:spPr>
          <a:xfrm flipV="1">
            <a:off x="3561805" y="4330337"/>
            <a:ext cx="254996" cy="619348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9DCEF6C-0D57-1AC9-95D8-0654564A9B31}"/>
              </a:ext>
            </a:extLst>
          </p:cNvPr>
          <p:cNvCxnSpPr>
            <a:cxnSpLocks/>
          </p:cNvCxnSpPr>
          <p:nvPr/>
        </p:nvCxnSpPr>
        <p:spPr>
          <a:xfrm flipV="1">
            <a:off x="3860071" y="3847351"/>
            <a:ext cx="171995" cy="417379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D059B0-B9A5-9796-F4FC-734620244C4D}"/>
              </a:ext>
            </a:extLst>
          </p:cNvPr>
          <p:cNvCxnSpPr>
            <a:cxnSpLocks/>
          </p:cNvCxnSpPr>
          <p:nvPr/>
        </p:nvCxnSpPr>
        <p:spPr>
          <a:xfrm flipH="1">
            <a:off x="3892730" y="4226595"/>
            <a:ext cx="688249" cy="47493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BA19BB3-B8C8-6ABC-7620-52D254EF8C98}"/>
              </a:ext>
            </a:extLst>
          </p:cNvPr>
          <p:cNvCxnSpPr>
            <a:cxnSpLocks/>
          </p:cNvCxnSpPr>
          <p:nvPr/>
        </p:nvCxnSpPr>
        <p:spPr>
          <a:xfrm flipH="1" flipV="1">
            <a:off x="3807821" y="3037585"/>
            <a:ext cx="218803" cy="744160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1E1A42B-1A55-5F42-E926-B291BC121C8F}"/>
              </a:ext>
            </a:extLst>
          </p:cNvPr>
          <p:cNvCxnSpPr>
            <a:cxnSpLocks/>
          </p:cNvCxnSpPr>
          <p:nvPr/>
        </p:nvCxnSpPr>
        <p:spPr>
          <a:xfrm flipV="1">
            <a:off x="4064859" y="3364366"/>
            <a:ext cx="171995" cy="417379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A62372-B7C3-B8D4-4CF4-7E5B0A4040F9}"/>
                  </a:ext>
                </a:extLst>
              </p:cNvPr>
              <p:cNvSpPr txBox="1"/>
              <p:nvPr/>
            </p:nvSpPr>
            <p:spPr>
              <a:xfrm>
                <a:off x="3981380" y="842736"/>
                <a:ext cx="3456354" cy="1610414"/>
              </a:xfrm>
              <a:prstGeom prst="rect">
                <a:avLst/>
              </a:prstGeom>
              <a:solidFill>
                <a:srgbClr val="905AA6">
                  <a:alpha val="25000"/>
                </a:srgbClr>
              </a:solidFill>
              <a:ln w="57150">
                <a:noFill/>
              </a:ln>
            </p:spPr>
            <p:txBody>
              <a:bodyPr wrap="square" lIns="108000" tIns="108000" rIns="108000" bIns="108000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den>
                          </m:f>
                        </m:e>
                        <m:sup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A62372-B7C3-B8D4-4CF4-7E5B0A404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380" y="842736"/>
                <a:ext cx="3456354" cy="1610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618BB12-C664-E47E-1E47-3C0A9A7EFD53}"/>
              </a:ext>
            </a:extLst>
          </p:cNvPr>
          <p:cNvSpPr txBox="1"/>
          <p:nvPr/>
        </p:nvSpPr>
        <p:spPr>
          <a:xfrm>
            <a:off x="7660276" y="115496"/>
            <a:ext cx="4477723" cy="6240817"/>
          </a:xfrm>
          <a:prstGeom prst="rect">
            <a:avLst/>
          </a:prstGeom>
          <a:solidFill>
            <a:srgbClr val="905AA6">
              <a:alpha val="25000"/>
            </a:srgb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FB7EA6-4DB5-4758-2C01-F016576210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1" r="2344"/>
          <a:stretch/>
        </p:blipFill>
        <p:spPr>
          <a:xfrm>
            <a:off x="7860361" y="196558"/>
            <a:ext cx="4158000" cy="3307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CD60C4-6156-DC97-38B2-CDB0BA2C97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86" b="-1"/>
          <a:stretch/>
        </p:blipFill>
        <p:spPr>
          <a:xfrm>
            <a:off x="7860362" y="3065992"/>
            <a:ext cx="4158000" cy="3173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F6BC5E-1DDE-F4D9-128F-E5D89ADFB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289" y="344248"/>
            <a:ext cx="2066940" cy="5715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0AAB71-8CD8-E745-F20E-9893626DB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183" y="3153992"/>
            <a:ext cx="2066940" cy="5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133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2477</TotalTime>
  <Words>3615</Words>
  <Application>Microsoft Office PowerPoint</Application>
  <PresentationFormat>Widescreen</PresentationFormat>
  <Paragraphs>458</Paragraphs>
  <Slides>55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Aptos</vt:lpstr>
      <vt:lpstr>Arial</vt:lpstr>
      <vt:lpstr>BlinkMacSystemFont</vt:lpstr>
      <vt:lpstr>Calibri</vt:lpstr>
      <vt:lpstr>Calibri Light</vt:lpstr>
      <vt:lpstr>Cambria Math</vt:lpstr>
      <vt:lpstr>Nexus Sans Pro</vt:lpstr>
      <vt:lpstr>Roboto</vt:lpstr>
      <vt:lpstr>Retrospect</vt:lpstr>
      <vt:lpstr>Committee Meeting</vt:lpstr>
      <vt:lpstr>Agenda</vt:lpstr>
      <vt:lpstr>How heterogenous is the dose delivered to the circulating blood volume during TBI?</vt:lpstr>
      <vt:lpstr>Thesis Proposal: Reviewed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Determining Dose as Function of Time</vt:lpstr>
      <vt:lpstr>Determining Dose as Function of Time</vt:lpstr>
      <vt:lpstr>Determining Dose as Function of Time</vt:lpstr>
      <vt:lpstr>Determining Dose as Function of Time</vt:lpstr>
      <vt:lpstr>Converting Data: MU to time</vt:lpstr>
      <vt:lpstr>Converting Data: Energy Deposited to Dose </vt:lpstr>
      <vt:lpstr>Converting Data: Energy Deposited to Dose </vt:lpstr>
      <vt:lpstr>Converting Data: Gy/Particle to Gy </vt:lpstr>
      <vt:lpstr>Converting Data: Gy/Particle to Gy </vt:lpstr>
      <vt:lpstr>Converting Data: Gy/Particle to Gy </vt:lpstr>
      <vt:lpstr>How we pull dose to voxel</vt:lpstr>
      <vt:lpstr>How we pull dose to voxel</vt:lpstr>
      <vt:lpstr>How we pull dose to voxel</vt:lpstr>
      <vt:lpstr>How we pull dose to voxel</vt:lpstr>
      <vt:lpstr>Next Steps: Dose to Compartments</vt:lpstr>
      <vt:lpstr>Next Steps: Dose to Compartments</vt:lpstr>
      <vt:lpstr>Next Steps: Dose to Compartments</vt:lpstr>
      <vt:lpstr>Next Steps: Dose to Compartments</vt:lpstr>
      <vt:lpstr>Next Steps: Dose to Compartments</vt:lpstr>
      <vt:lpstr>PowerPoint Presentation</vt:lpstr>
      <vt:lpstr>Sweeping Co-60</vt:lpstr>
      <vt:lpstr>Prelim Dose Results</vt:lpstr>
      <vt:lpstr>Prelim Dose Results: Unscaled</vt:lpstr>
      <vt:lpstr>Prelim Dose Results: Scaled</vt:lpstr>
      <vt:lpstr>Prelim Dose Results</vt:lpstr>
      <vt:lpstr>Anticipating Projects 3</vt:lpstr>
      <vt:lpstr>Publications Anticipated and Issues</vt:lpstr>
      <vt:lpstr>Publications Anticipated and Issues</vt:lpstr>
      <vt:lpstr>Big Question: Do you feel like the outlined work meets the requirement to fill the body of my thesis?</vt:lpstr>
      <vt:lpstr>Thank you.</vt:lpstr>
      <vt:lpstr>PowerPoint Presentation</vt:lpstr>
      <vt:lpstr>PowerPoint Presentation</vt:lpstr>
      <vt:lpstr>PowerPoint Presentation</vt:lpstr>
      <vt:lpstr>PowerPoint Presentation</vt:lpstr>
    </vt:vector>
  </TitlesOfParts>
  <Company>BC Clinical and Support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Committee Meeting</dc:title>
  <dc:creator>Northway, Cassidy</dc:creator>
  <cp:lastModifiedBy>Northway, Cassidy</cp:lastModifiedBy>
  <cp:revision>65</cp:revision>
  <dcterms:created xsi:type="dcterms:W3CDTF">2024-07-30T22:24:27Z</dcterms:created>
  <dcterms:modified xsi:type="dcterms:W3CDTF">2025-11-25T23:34:57Z</dcterms:modified>
</cp:coreProperties>
</file>