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6" r:id="rId3"/>
    <p:sldId id="259" r:id="rId4"/>
    <p:sldId id="261" r:id="rId5"/>
    <p:sldId id="263" r:id="rId6"/>
    <p:sldId id="264" r:id="rId7"/>
    <p:sldId id="265" r:id="rId8"/>
    <p:sldId id="257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bnor\Documents\Full%20Body%20Flow%20Model%20Project\BVSimulationFiles\28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19050" cap="flat" cmpd="sng" algn="ctr">
              <a:solidFill>
                <a:schemeClr val="dk1"/>
              </a:solidFill>
              <a:prstDash val="solid"/>
              <a:miter lim="800000"/>
            </a:ln>
            <a:effectLst/>
          </c:spPr>
          <c:marker>
            <c:symbol val="none"/>
          </c:marker>
          <c:val>
            <c:numRef>
              <c:f>Sheet1!$B$2:$B$479</c:f>
              <c:numCache>
                <c:formatCode>General</c:formatCode>
                <c:ptCount val="478"/>
                <c:pt idx="0">
                  <c:v>5.3133800000000004E-3</c:v>
                </c:pt>
                <c:pt idx="1">
                  <c:v>1.0018325719077599E-2</c:v>
                </c:pt>
                <c:pt idx="2">
                  <c:v>1.62151514381551E-2</c:v>
                </c:pt>
                <c:pt idx="3">
                  <c:v>2.3946877157232701E-2</c:v>
                </c:pt>
                <c:pt idx="4">
                  <c:v>3.3188902876310301E-2</c:v>
                </c:pt>
                <c:pt idx="5">
                  <c:v>4.3876628595387802E-2</c:v>
                </c:pt>
                <c:pt idx="6">
                  <c:v>5.5939154314465403E-2</c:v>
                </c:pt>
                <c:pt idx="7">
                  <c:v>6.9331580033543005E-2</c:v>
                </c:pt>
                <c:pt idx="8">
                  <c:v>8.4055105752620499E-2</c:v>
                </c:pt>
                <c:pt idx="9">
                  <c:v>0.100161131471698</c:v>
                </c:pt>
                <c:pt idx="10">
                  <c:v>0.117734257190776</c:v>
                </c:pt>
                <c:pt idx="11">
                  <c:v>0.136863382909853</c:v>
                </c:pt>
                <c:pt idx="12">
                  <c:v>0.15760150862893099</c:v>
                </c:pt>
                <c:pt idx="13">
                  <c:v>0.17992463434800801</c:v>
                </c:pt>
                <c:pt idx="14">
                  <c:v>0.20370476006708599</c:v>
                </c:pt>
                <c:pt idx="15">
                  <c:v>0.22870488578616399</c:v>
                </c:pt>
                <c:pt idx="16">
                  <c:v>0.25458301150524099</c:v>
                </c:pt>
                <c:pt idx="17">
                  <c:v>0.280927137224319</c:v>
                </c:pt>
                <c:pt idx="18">
                  <c:v>0.30729726294339599</c:v>
                </c:pt>
                <c:pt idx="19">
                  <c:v>0.33326838866247399</c:v>
                </c:pt>
                <c:pt idx="20">
                  <c:v>0.35847451438155098</c:v>
                </c:pt>
                <c:pt idx="21">
                  <c:v>0.382631640100629</c:v>
                </c:pt>
                <c:pt idx="22">
                  <c:v>0.40555276581970701</c:v>
                </c:pt>
                <c:pt idx="23">
                  <c:v>0.42714089153878398</c:v>
                </c:pt>
                <c:pt idx="24">
                  <c:v>0.44737101725786199</c:v>
                </c:pt>
                <c:pt idx="25">
                  <c:v>0.466265142976939</c:v>
                </c:pt>
                <c:pt idx="26">
                  <c:v>0.48386126869601698</c:v>
                </c:pt>
                <c:pt idx="27">
                  <c:v>0.50020039441509401</c:v>
                </c:pt>
                <c:pt idx="28">
                  <c:v>0.51530452013417205</c:v>
                </c:pt>
                <c:pt idx="29">
                  <c:v>0.52918164585325</c:v>
                </c:pt>
                <c:pt idx="30">
                  <c:v>0.54183477157232696</c:v>
                </c:pt>
                <c:pt idx="31">
                  <c:v>0.55327189729140502</c:v>
                </c:pt>
                <c:pt idx="32">
                  <c:v>0.56352302301048196</c:v>
                </c:pt>
                <c:pt idx="33">
                  <c:v>0.57265214872956005</c:v>
                </c:pt>
                <c:pt idx="34">
                  <c:v>0.58075727444863701</c:v>
                </c:pt>
                <c:pt idx="35">
                  <c:v>0.58796140016771503</c:v>
                </c:pt>
                <c:pt idx="36">
                  <c:v>0.59440252588679299</c:v>
                </c:pt>
                <c:pt idx="37">
                  <c:v>0.60020965160587003</c:v>
                </c:pt>
                <c:pt idx="38">
                  <c:v>0.60548977732494802</c:v>
                </c:pt>
                <c:pt idx="39">
                  <c:v>0.61031490304402503</c:v>
                </c:pt>
                <c:pt idx="40">
                  <c:v>0.614718028763103</c:v>
                </c:pt>
                <c:pt idx="41">
                  <c:v>0.61870115448217999</c:v>
                </c:pt>
                <c:pt idx="42">
                  <c:v>0.622248280201258</c:v>
                </c:pt>
                <c:pt idx="43">
                  <c:v>0.62534540592033605</c:v>
                </c:pt>
                <c:pt idx="44">
                  <c:v>0.62799153163941301</c:v>
                </c:pt>
                <c:pt idx="45">
                  <c:v>0.63021565735849105</c:v>
                </c:pt>
                <c:pt idx="46">
                  <c:v>0.63207278307756798</c:v>
                </c:pt>
                <c:pt idx="47">
                  <c:v>0.633639908796646</c:v>
                </c:pt>
                <c:pt idx="48">
                  <c:v>0.63500403451572296</c:v>
                </c:pt>
                <c:pt idx="49">
                  <c:v>0.63624016023480101</c:v>
                </c:pt>
                <c:pt idx="50">
                  <c:v>0.63740128595387902</c:v>
                </c:pt>
                <c:pt idx="51">
                  <c:v>0.63850241167295596</c:v>
                </c:pt>
                <c:pt idx="52">
                  <c:v>0.63952453739203396</c:v>
                </c:pt>
                <c:pt idx="53">
                  <c:v>0.64041766311111104</c:v>
                </c:pt>
                <c:pt idx="54">
                  <c:v>0.64111378883018899</c:v>
                </c:pt>
                <c:pt idx="55">
                  <c:v>0.64154591454926602</c:v>
                </c:pt>
                <c:pt idx="56">
                  <c:v>0.64166204026834395</c:v>
                </c:pt>
                <c:pt idx="57">
                  <c:v>0.64143416598742098</c:v>
                </c:pt>
                <c:pt idx="58">
                  <c:v>0.64086329170649903</c:v>
                </c:pt>
                <c:pt idx="59">
                  <c:v>0.63997441742557704</c:v>
                </c:pt>
                <c:pt idx="60">
                  <c:v>0.63880554314465399</c:v>
                </c:pt>
                <c:pt idx="61">
                  <c:v>0.63739466886373197</c:v>
                </c:pt>
                <c:pt idx="62">
                  <c:v>0.63576979458280902</c:v>
                </c:pt>
                <c:pt idx="63">
                  <c:v>0.63393992030188695</c:v>
                </c:pt>
                <c:pt idx="64">
                  <c:v>0.63190004602096395</c:v>
                </c:pt>
                <c:pt idx="65">
                  <c:v>0.62963017174004199</c:v>
                </c:pt>
                <c:pt idx="66">
                  <c:v>0.62711029745911995</c:v>
                </c:pt>
                <c:pt idx="67">
                  <c:v>0.62432942317819695</c:v>
                </c:pt>
                <c:pt idx="68">
                  <c:v>0.62129354889727495</c:v>
                </c:pt>
                <c:pt idx="69">
                  <c:v>0.61802667461635197</c:v>
                </c:pt>
                <c:pt idx="70">
                  <c:v>0.61456880033543004</c:v>
                </c:pt>
                <c:pt idx="71">
                  <c:v>0.61096192605450705</c:v>
                </c:pt>
                <c:pt idx="72">
                  <c:v>0.60724205177358503</c:v>
                </c:pt>
                <c:pt idx="73">
                  <c:v>0.60342317749266305</c:v>
                </c:pt>
                <c:pt idx="74">
                  <c:v>0.59949530321174005</c:v>
                </c:pt>
                <c:pt idx="75">
                  <c:v>0.59541742893081795</c:v>
                </c:pt>
                <c:pt idx="76">
                  <c:v>0.59113355464989503</c:v>
                </c:pt>
                <c:pt idx="77">
                  <c:v>0.58657968036897301</c:v>
                </c:pt>
                <c:pt idx="78">
                  <c:v>0.58170780608804995</c:v>
                </c:pt>
                <c:pt idx="79">
                  <c:v>0.57649593180712799</c:v>
                </c:pt>
                <c:pt idx="80">
                  <c:v>0.57096005752620604</c:v>
                </c:pt>
                <c:pt idx="81">
                  <c:v>0.56515618324528305</c:v>
                </c:pt>
                <c:pt idx="82">
                  <c:v>0.55917230896436099</c:v>
                </c:pt>
                <c:pt idx="83">
                  <c:v>0.55310843468343796</c:v>
                </c:pt>
                <c:pt idx="84">
                  <c:v>0.547062560402516</c:v>
                </c:pt>
                <c:pt idx="85">
                  <c:v>0.54111068612159297</c:v>
                </c:pt>
                <c:pt idx="86">
                  <c:v>0.53529281184067101</c:v>
                </c:pt>
                <c:pt idx="87">
                  <c:v>0.52961093755974797</c:v>
                </c:pt>
                <c:pt idx="88">
                  <c:v>0.52403506327882599</c:v>
                </c:pt>
                <c:pt idx="89">
                  <c:v>0.51852318899790395</c:v>
                </c:pt>
                <c:pt idx="90">
                  <c:v>0.51303031471698102</c:v>
                </c:pt>
                <c:pt idx="91">
                  <c:v>0.50753344043605897</c:v>
                </c:pt>
                <c:pt idx="92">
                  <c:v>0.50203456615513598</c:v>
                </c:pt>
                <c:pt idx="93">
                  <c:v>0.49656269187421398</c:v>
                </c:pt>
                <c:pt idx="94">
                  <c:v>0.49115981759329103</c:v>
                </c:pt>
                <c:pt idx="95">
                  <c:v>0.48586294331236901</c:v>
                </c:pt>
                <c:pt idx="96">
                  <c:v>0.48068306903144697</c:v>
                </c:pt>
                <c:pt idx="97">
                  <c:v>0.47558919475052402</c:v>
                </c:pt>
                <c:pt idx="98">
                  <c:v>0.47050332046960203</c:v>
                </c:pt>
                <c:pt idx="99">
                  <c:v>0.465302446188679</c:v>
                </c:pt>
                <c:pt idx="100">
                  <c:v>0.45984357190775699</c:v>
                </c:pt>
                <c:pt idx="101">
                  <c:v>0.45398869762683403</c:v>
                </c:pt>
                <c:pt idx="102">
                  <c:v>0.44763382334591201</c:v>
                </c:pt>
                <c:pt idx="103">
                  <c:v>0.44073294906499</c:v>
                </c:pt>
                <c:pt idx="104">
                  <c:v>0.433313074784067</c:v>
                </c:pt>
                <c:pt idx="105">
                  <c:v>0.42546820050314499</c:v>
                </c:pt>
                <c:pt idx="106">
                  <c:v>0.41734332622222198</c:v>
                </c:pt>
                <c:pt idx="107">
                  <c:v>0.40910345194129999</c:v>
                </c:pt>
                <c:pt idx="108">
                  <c:v>0.40089557766037698</c:v>
                </c:pt>
                <c:pt idx="109">
                  <c:v>0.39282270337945502</c:v>
                </c:pt>
                <c:pt idx="110">
                  <c:v>0.38492082909853298</c:v>
                </c:pt>
                <c:pt idx="111">
                  <c:v>0.37715695481761002</c:v>
                </c:pt>
                <c:pt idx="112">
                  <c:v>0.36944608053668798</c:v>
                </c:pt>
                <c:pt idx="113">
                  <c:v>0.36168020625576502</c:v>
                </c:pt>
                <c:pt idx="114">
                  <c:v>0.353761331974843</c:v>
                </c:pt>
                <c:pt idx="115">
                  <c:v>0.34563645769391999</c:v>
                </c:pt>
                <c:pt idx="116">
                  <c:v>0.33731458341299803</c:v>
                </c:pt>
                <c:pt idx="117">
                  <c:v>0.32886770913207503</c:v>
                </c:pt>
                <c:pt idx="118">
                  <c:v>0.320419834851153</c:v>
                </c:pt>
                <c:pt idx="119">
                  <c:v>0.31211296057023102</c:v>
                </c:pt>
                <c:pt idx="120">
                  <c:v>0.30407308628930801</c:v>
                </c:pt>
                <c:pt idx="121">
                  <c:v>0.29637521200838601</c:v>
                </c:pt>
                <c:pt idx="122">
                  <c:v>0.289028337727463</c:v>
                </c:pt>
                <c:pt idx="123">
                  <c:v>0.281971463446541</c:v>
                </c:pt>
                <c:pt idx="124">
                  <c:v>0.27509358916561899</c:v>
                </c:pt>
                <c:pt idx="125">
                  <c:v>0.26827171488469598</c:v>
                </c:pt>
                <c:pt idx="126">
                  <c:v>0.26140584060377398</c:v>
                </c:pt>
                <c:pt idx="127">
                  <c:v>0.254455966322851</c:v>
                </c:pt>
                <c:pt idx="128">
                  <c:v>0.24745909204192901</c:v>
                </c:pt>
                <c:pt idx="129">
                  <c:v>0.24051821776100599</c:v>
                </c:pt>
                <c:pt idx="130">
                  <c:v>0.233783343480084</c:v>
                </c:pt>
                <c:pt idx="131">
                  <c:v>0.22739346919916101</c:v>
                </c:pt>
                <c:pt idx="132">
                  <c:v>0.221436594918239</c:v>
                </c:pt>
                <c:pt idx="133">
                  <c:v>0.215901720637317</c:v>
                </c:pt>
                <c:pt idx="134">
                  <c:v>0.21066084635639401</c:v>
                </c:pt>
                <c:pt idx="135">
                  <c:v>0.205482972075472</c:v>
                </c:pt>
                <c:pt idx="136">
                  <c:v>0.20007609779454899</c:v>
                </c:pt>
                <c:pt idx="137">
                  <c:v>0.19415122351362701</c:v>
                </c:pt>
                <c:pt idx="138">
                  <c:v>0.187490349232704</c:v>
                </c:pt>
                <c:pt idx="139">
                  <c:v>0.180016474951782</c:v>
                </c:pt>
                <c:pt idx="140">
                  <c:v>0.17181260067085999</c:v>
                </c:pt>
                <c:pt idx="141">
                  <c:v>0.16312172638993699</c:v>
                </c:pt>
                <c:pt idx="142">
                  <c:v>0.154294852109015</c:v>
                </c:pt>
                <c:pt idx="143">
                  <c:v>0.14569897782809199</c:v>
                </c:pt>
                <c:pt idx="144">
                  <c:v>0.13761510354716999</c:v>
                </c:pt>
                <c:pt idx="145">
                  <c:v>0.13013922926624699</c:v>
                </c:pt>
                <c:pt idx="146">
                  <c:v>0.123113354985325</c:v>
                </c:pt>
                <c:pt idx="147">
                  <c:v>0.116117480704403</c:v>
                </c:pt>
                <c:pt idx="148">
                  <c:v>0.10851860642348</c:v>
                </c:pt>
                <c:pt idx="149">
                  <c:v>9.9576832142557706E-2</c:v>
                </c:pt>
                <c:pt idx="150">
                  <c:v>8.8599357861635197E-2</c:v>
                </c:pt>
                <c:pt idx="151">
                  <c:v>7.5091383580712795E-2</c:v>
                </c:pt>
                <c:pt idx="152">
                  <c:v>5.8896209299790399E-2</c:v>
                </c:pt>
                <c:pt idx="153">
                  <c:v>4.0286635018867901E-2</c:v>
                </c:pt>
                <c:pt idx="154">
                  <c:v>1.9989860737945502E-2</c:v>
                </c:pt>
                <c:pt idx="155">
                  <c:v>-8.6444154297693899E-4</c:v>
                </c:pt>
                <c:pt idx="156">
                  <c:v>-2.0875087823899401E-2</c:v>
                </c:pt>
                <c:pt idx="157">
                  <c:v>-3.8563862104821801E-2</c:v>
                </c:pt>
                <c:pt idx="158">
                  <c:v>-5.2605736385744201E-2</c:v>
                </c:pt>
                <c:pt idx="159">
                  <c:v>-6.2048110666666698E-2</c:v>
                </c:pt>
                <c:pt idx="160">
                  <c:v>-6.6473984947589104E-2</c:v>
                </c:pt>
                <c:pt idx="161">
                  <c:v>-6.6065359228511505E-2</c:v>
                </c:pt>
                <c:pt idx="162">
                  <c:v>-6.1551933509433998E-2</c:v>
                </c:pt>
                <c:pt idx="163">
                  <c:v>-5.4060407790356403E-2</c:v>
                </c:pt>
                <c:pt idx="164">
                  <c:v>-4.49028820712788E-2</c:v>
                </c:pt>
                <c:pt idx="165">
                  <c:v>-3.5358056352201302E-2</c:v>
                </c:pt>
                <c:pt idx="166">
                  <c:v>-2.64890306331237E-2</c:v>
                </c:pt>
                <c:pt idx="167">
                  <c:v>-1.9026404914046099E-2</c:v>
                </c:pt>
                <c:pt idx="168">
                  <c:v>-1.33257791949686E-2</c:v>
                </c:pt>
                <c:pt idx="169">
                  <c:v>-9.3941434758909904E-3</c:v>
                </c:pt>
                <c:pt idx="170">
                  <c:v>-6.97035775681342E-3</c:v>
                </c:pt>
                <c:pt idx="171">
                  <c:v>-5.6368120377358498E-3</c:v>
                </c:pt>
                <c:pt idx="172">
                  <c:v>-4.93863631865828E-3</c:v>
                </c:pt>
                <c:pt idx="173">
                  <c:v>-4.4861105995807104E-3</c:v>
                </c:pt>
                <c:pt idx="174">
                  <c:v>-4.0223148805031399E-3</c:v>
                </c:pt>
                <c:pt idx="175">
                  <c:v>-3.44641916142558E-3</c:v>
                </c:pt>
                <c:pt idx="176">
                  <c:v>-2.7943334423480102E-3</c:v>
                </c:pt>
                <c:pt idx="177">
                  <c:v>-2.18780772327044E-3</c:v>
                </c:pt>
                <c:pt idx="178">
                  <c:v>-1.7696020041928699E-3</c:v>
                </c:pt>
                <c:pt idx="179">
                  <c:v>-1.6437262851152999E-3</c:v>
                </c:pt>
                <c:pt idx="180">
                  <c:v>-1.83602056603774E-3</c:v>
                </c:pt>
                <c:pt idx="181">
                  <c:v>-2.28342484696017E-3</c:v>
                </c:pt>
                <c:pt idx="182">
                  <c:v>-2.8519991278825999E-3</c:v>
                </c:pt>
                <c:pt idx="183">
                  <c:v>-3.3760134088050299E-3</c:v>
                </c:pt>
                <c:pt idx="184">
                  <c:v>-3.7055376897274601E-3</c:v>
                </c:pt>
                <c:pt idx="185">
                  <c:v>-3.7480319706499001E-3</c:v>
                </c:pt>
                <c:pt idx="186">
                  <c:v>-3.49236625157233E-3</c:v>
                </c:pt>
                <c:pt idx="187">
                  <c:v>-3.0087305324947599E-3</c:v>
                </c:pt>
                <c:pt idx="188">
                  <c:v>-2.4259048134171899E-3</c:v>
                </c:pt>
                <c:pt idx="189">
                  <c:v>-1.89353909433962E-3</c:v>
                </c:pt>
                <c:pt idx="190">
                  <c:v>-1.5410433752620499E-3</c:v>
                </c:pt>
                <c:pt idx="191">
                  <c:v>-1.4444876561844899E-3</c:v>
                </c:pt>
                <c:pt idx="192">
                  <c:v>-1.6093419371069201E-3</c:v>
                </c:pt>
                <c:pt idx="193">
                  <c:v>-1.9724562180293498E-3</c:v>
                </c:pt>
                <c:pt idx="194">
                  <c:v>-2.4218704989517801E-3</c:v>
                </c:pt>
                <c:pt idx="195">
                  <c:v>-2.8285047798742098E-3</c:v>
                </c:pt>
                <c:pt idx="196">
                  <c:v>-3.08127906079665E-3</c:v>
                </c:pt>
                <c:pt idx="197">
                  <c:v>-3.1160433417190799E-3</c:v>
                </c:pt>
                <c:pt idx="198">
                  <c:v>-2.93066762264151E-3</c:v>
                </c:pt>
                <c:pt idx="199">
                  <c:v>-2.5825319035639401E-3</c:v>
                </c:pt>
                <c:pt idx="200">
                  <c:v>-2.1699061844863698E-3</c:v>
                </c:pt>
                <c:pt idx="201">
                  <c:v>-1.80328046540881E-3</c:v>
                </c:pt>
                <c:pt idx="202">
                  <c:v>-1.5749347463312399E-3</c:v>
                </c:pt>
                <c:pt idx="203">
                  <c:v>-1.5351590272536699E-3</c:v>
                </c:pt>
                <c:pt idx="204">
                  <c:v>-1.6806533081760999E-3</c:v>
                </c:pt>
                <c:pt idx="205">
                  <c:v>-1.95790758909853E-3</c:v>
                </c:pt>
                <c:pt idx="206">
                  <c:v>-2.27994187002096E-3</c:v>
                </c:pt>
                <c:pt idx="207">
                  <c:v>-2.5516961509434001E-3</c:v>
                </c:pt>
                <c:pt idx="208">
                  <c:v>-2.6970104318658301E-3</c:v>
                </c:pt>
                <c:pt idx="209">
                  <c:v>-2.6792247127882599E-3</c:v>
                </c:pt>
                <c:pt idx="210">
                  <c:v>-2.5095989937106902E-3</c:v>
                </c:pt>
                <c:pt idx="211">
                  <c:v>-2.2417732746331199E-3</c:v>
                </c:pt>
                <c:pt idx="212">
                  <c:v>-1.9544375555555602E-3</c:v>
                </c:pt>
                <c:pt idx="213">
                  <c:v>-1.7280618364779901E-3</c:v>
                </c:pt>
                <c:pt idx="214">
                  <c:v>-1.62229611740042E-3</c:v>
                </c:pt>
                <c:pt idx="215">
                  <c:v>-1.6600603983228501E-3</c:v>
                </c:pt>
                <c:pt idx="216">
                  <c:v>-1.82217467924528E-3</c:v>
                </c:pt>
                <c:pt idx="217">
                  <c:v>-2.05372896016771E-3</c:v>
                </c:pt>
                <c:pt idx="218">
                  <c:v>-2.2803632410901501E-3</c:v>
                </c:pt>
                <c:pt idx="219">
                  <c:v>-2.42963752201258E-3</c:v>
                </c:pt>
                <c:pt idx="220">
                  <c:v>-2.45160180293501E-3</c:v>
                </c:pt>
                <c:pt idx="221">
                  <c:v>-2.3325960838574398E-3</c:v>
                </c:pt>
                <c:pt idx="222">
                  <c:v>-2.0984203647798701E-3</c:v>
                </c:pt>
                <c:pt idx="223">
                  <c:v>-1.8062946457023099E-3</c:v>
                </c:pt>
                <c:pt idx="224">
                  <c:v>-1.52812892662474E-3</c:v>
                </c:pt>
                <c:pt idx="225">
                  <c:v>-1.33005220754717E-3</c:v>
                </c:pt>
                <c:pt idx="226">
                  <c:v>-1.2539844884695999E-3</c:v>
                </c:pt>
                <c:pt idx="227">
                  <c:v>-1.30621576939203E-3</c:v>
                </c:pt>
                <c:pt idx="228">
                  <c:v>-1.4558660503144699E-3</c:v>
                </c:pt>
                <c:pt idx="229">
                  <c:v>-1.6435803312369001E-3</c:v>
                </c:pt>
                <c:pt idx="230">
                  <c:v>-1.79795461215933E-3</c:v>
                </c:pt>
                <c:pt idx="231">
                  <c:v>-1.8555388930817599E-3</c:v>
                </c:pt>
                <c:pt idx="232">
                  <c:v>-1.77873317400419E-3</c:v>
                </c:pt>
                <c:pt idx="233">
                  <c:v>-1.5666974549266299E-3</c:v>
                </c:pt>
                <c:pt idx="234">
                  <c:v>-1.25575073584906E-3</c:v>
                </c:pt>
                <c:pt idx="235">
                  <c:v>-9.0920201677148905E-4</c:v>
                </c:pt>
                <c:pt idx="236">
                  <c:v>-5.9961929769392097E-4</c:v>
                </c:pt>
                <c:pt idx="237">
                  <c:v>-3.8910907861635199E-4</c:v>
                </c:pt>
                <c:pt idx="238">
                  <c:v>-3.1305185953878402E-4</c:v>
                </c:pt>
                <c:pt idx="239">
                  <c:v>-3.7133744046121602E-4</c:v>
                </c:pt>
                <c:pt idx="240">
                  <c:v>-5.2903822138364797E-4</c:v>
                </c:pt>
                <c:pt idx="241">
                  <c:v>-7.2620870230608004E-4</c:v>
                </c:pt>
                <c:pt idx="242">
                  <c:v>-8.9439598322851204E-4</c:v>
                </c:pt>
                <c:pt idx="243">
                  <c:v>-9.75508264150944E-4</c:v>
                </c:pt>
                <c:pt idx="244">
                  <c:v>-9.3776354507337499E-4</c:v>
                </c:pt>
                <c:pt idx="245">
                  <c:v>-7.8408282599580698E-4</c:v>
                </c:pt>
                <c:pt idx="246">
                  <c:v>-5.5067550691823897E-4</c:v>
                </c:pt>
                <c:pt idx="247">
                  <c:v>-2.9651638784067102E-4</c:v>
                </c:pt>
                <c:pt idx="248" formatCode="0.00E+00">
                  <c:v>-8.6973668763102902E-5</c:v>
                </c:pt>
                <c:pt idx="249" formatCode="0.00E+00">
                  <c:v>2.38670503144652E-5</c:v>
                </c:pt>
                <c:pt idx="250" formatCode="0.00E+00">
                  <c:v>7.5177693920333403E-6</c:v>
                </c:pt>
                <c:pt idx="251">
                  <c:v>-1.3159951153039799E-4</c:v>
                </c:pt>
                <c:pt idx="252">
                  <c:v>-3.5774479245282998E-4</c:v>
                </c:pt>
                <c:pt idx="253">
                  <c:v>-6.1385307337526195E-4</c:v>
                </c:pt>
                <c:pt idx="254">
                  <c:v>-8.3718135429769404E-4</c:v>
                </c:pt>
                <c:pt idx="255">
                  <c:v>-9.7631263522012597E-4</c:v>
                </c:pt>
                <c:pt idx="256">
                  <c:v>-1.0048089161425601E-3</c:v>
                </c:pt>
                <c:pt idx="257">
                  <c:v>-9.2783019706499002E-4</c:v>
                </c:pt>
                <c:pt idx="258">
                  <c:v>-7.7998747798742199E-4</c:v>
                </c:pt>
                <c:pt idx="259">
                  <c:v>-6.1519675890985297E-4</c:v>
                </c:pt>
                <c:pt idx="260">
                  <c:v>-4.9144314983228497E-4</c:v>
                </c:pt>
                <c:pt idx="261">
                  <c:v>-4.5482022075471701E-4</c:v>
                </c:pt>
                <c:pt idx="262">
                  <c:v>-5.2720860167714901E-4</c:v>
                </c:pt>
                <c:pt idx="263">
                  <c:v>-7.00621882599581E-4</c:v>
                </c:pt>
                <c:pt idx="264">
                  <c:v>-9.3943516352201295E-4</c:v>
                </c:pt>
                <c:pt idx="265">
                  <c:v>-1.1900634444444399E-3</c:v>
                </c:pt>
                <c:pt idx="266">
                  <c:v>-1.3958497253668801E-3</c:v>
                </c:pt>
                <c:pt idx="267">
                  <c:v>-1.5130130062893099E-3</c:v>
                </c:pt>
                <c:pt idx="268">
                  <c:v>-1.5227072872117399E-3</c:v>
                </c:pt>
                <c:pt idx="269">
                  <c:v>-1.43536056813417E-3</c:v>
                </c:pt>
                <c:pt idx="270">
                  <c:v>-1.2866338490565999E-3</c:v>
                </c:pt>
                <c:pt idx="271">
                  <c:v>-1.12661912997904E-3</c:v>
                </c:pt>
                <c:pt idx="272">
                  <c:v>-1.0057904109014701E-3</c:v>
                </c:pt>
                <c:pt idx="273">
                  <c:v>-9.6113769182389996E-4</c:v>
                </c:pt>
                <c:pt idx="274">
                  <c:v>-1.00592897274633E-3</c:v>
                </c:pt>
                <c:pt idx="275">
                  <c:v>-1.1259792536687601E-3</c:v>
                </c:pt>
                <c:pt idx="276">
                  <c:v>-1.2837305345911999E-3</c:v>
                </c:pt>
                <c:pt idx="277">
                  <c:v>-1.42896381551363E-3</c:v>
                </c:pt>
                <c:pt idx="278">
                  <c:v>-1.5128930964360601E-3</c:v>
                </c:pt>
                <c:pt idx="279">
                  <c:v>-1.5016373773584901E-3</c:v>
                </c:pt>
                <c:pt idx="280">
                  <c:v>-1.38551765828092E-3</c:v>
                </c:pt>
                <c:pt idx="281">
                  <c:v>-1.1817769392033499E-3</c:v>
                </c:pt>
                <c:pt idx="282">
                  <c:v>-9.2999322012578603E-4</c:v>
                </c:pt>
                <c:pt idx="283">
                  <c:v>-6.8134650104821799E-4</c:v>
                </c:pt>
                <c:pt idx="284">
                  <c:v>-4.8470128197064999E-4</c:v>
                </c:pt>
                <c:pt idx="285">
                  <c:v>-3.7338206289308197E-4</c:v>
                </c:pt>
                <c:pt idx="286">
                  <c:v>-3.5630634381551401E-4</c:v>
                </c:pt>
                <c:pt idx="287">
                  <c:v>-4.15888624737946E-4</c:v>
                </c:pt>
                <c:pt idx="288">
                  <c:v>-5.1320490566037803E-4</c:v>
                </c:pt>
                <c:pt idx="289">
                  <c:v>-5.98955286582809E-4</c:v>
                </c:pt>
                <c:pt idx="290">
                  <c:v>-6.2717096750524099E-4</c:v>
                </c:pt>
                <c:pt idx="291">
                  <c:v>-5.6789334842767298E-4</c:v>
                </c:pt>
                <c:pt idx="292">
                  <c:v>-4.15342029350105E-4</c:v>
                </c:pt>
                <c:pt idx="293">
                  <c:v>-1.89358310272537E-4</c:v>
                </c:pt>
                <c:pt idx="294" formatCode="0.00E+00">
                  <c:v>7.0210408805031297E-5</c:v>
                </c:pt>
                <c:pt idx="295">
                  <c:v>3.1460612788259898E-4</c:v>
                </c:pt>
                <c:pt idx="296">
                  <c:v>4.99632846960167E-4</c:v>
                </c:pt>
                <c:pt idx="297">
                  <c:v>5.9777856603773598E-4</c:v>
                </c:pt>
                <c:pt idx="298">
                  <c:v>6.0570428511530397E-4</c:v>
                </c:pt>
                <c:pt idx="299">
                  <c:v>5.44960004192872E-4</c:v>
                </c:pt>
                <c:pt idx="300">
                  <c:v>4.5595572327043998E-4</c:v>
                </c:pt>
                <c:pt idx="301">
                  <c:v>3.8662844234800802E-4</c:v>
                </c:pt>
                <c:pt idx="302">
                  <c:v>3.7912116142557598E-4</c:v>
                </c:pt>
                <c:pt idx="303">
                  <c:v>4.5792288050314401E-4</c:v>
                </c:pt>
                <c:pt idx="304">
                  <c:v>6.2282859958071295E-4</c:v>
                </c:pt>
                <c:pt idx="305">
                  <c:v>8.48614318658281E-4</c:v>
                </c:pt>
                <c:pt idx="306">
                  <c:v>1.09144003773585E-3</c:v>
                </c:pt>
                <c:pt idx="307">
                  <c:v>1.3003157568134199E-3</c:v>
                </c:pt>
                <c:pt idx="308">
                  <c:v>1.4303114758909899E-3</c:v>
                </c:pt>
                <c:pt idx="309">
                  <c:v>1.4541971949685499E-3</c:v>
                </c:pt>
                <c:pt idx="310">
                  <c:v>1.36926291404612E-3</c:v>
                </c:pt>
                <c:pt idx="311">
                  <c:v>1.1976886331236899E-3</c:v>
                </c:pt>
                <c:pt idx="312">
                  <c:v>9.8023435220125793E-4</c:v>
                </c:pt>
                <c:pt idx="313">
                  <c:v>7.6529007127882601E-4</c:v>
                </c:pt>
                <c:pt idx="314">
                  <c:v>5.9602579035639397E-4</c:v>
                </c:pt>
                <c:pt idx="315">
                  <c:v>4.9936150943396195E-4</c:v>
                </c:pt>
                <c:pt idx="316">
                  <c:v>4.7946722851152998E-4</c:v>
                </c:pt>
                <c:pt idx="317">
                  <c:v>5.1765294758909796E-4</c:v>
                </c:pt>
                <c:pt idx="318">
                  <c:v>5.7843866666666601E-4</c:v>
                </c:pt>
                <c:pt idx="319">
                  <c:v>6.2000438574423501E-4</c:v>
                </c:pt>
                <c:pt idx="320">
                  <c:v>6.0613010482180301E-4</c:v>
                </c:pt>
                <c:pt idx="321">
                  <c:v>5.1629582389937098E-4</c:v>
                </c:pt>
                <c:pt idx="322">
                  <c:v>3.5113754297693897E-4</c:v>
                </c:pt>
                <c:pt idx="323">
                  <c:v>1.3191826205450699E-4</c:v>
                </c:pt>
                <c:pt idx="324">
                  <c:v>-1.05727018867925E-4</c:v>
                </c:pt>
                <c:pt idx="325">
                  <c:v>-3.2199529979035698E-4</c:v>
                </c:pt>
                <c:pt idx="326">
                  <c:v>-4.8416158071278801E-4</c:v>
                </c:pt>
                <c:pt idx="327">
                  <c:v>-5.7575646163522004E-4</c:v>
                </c:pt>
                <c:pt idx="328">
                  <c:v>-6.0113274255765197E-4</c:v>
                </c:pt>
                <c:pt idx="329">
                  <c:v>-5.8418922348008398E-4</c:v>
                </c:pt>
                <c:pt idx="330">
                  <c:v>-5.6167050440251597E-4</c:v>
                </c:pt>
                <c:pt idx="331">
                  <c:v>-5.7296018532494795E-4</c:v>
                </c:pt>
                <c:pt idx="332">
                  <c:v>-6.4924706624738002E-4</c:v>
                </c:pt>
                <c:pt idx="333">
                  <c:v>-8.0505854716981205E-4</c:v>
                </c:pt>
                <c:pt idx="334">
                  <c:v>-1.0344548280922399E-3</c:v>
                </c:pt>
                <c:pt idx="335">
                  <c:v>-1.3128501090146801E-3</c:v>
                </c:pt>
                <c:pt idx="336">
                  <c:v>-1.60391538993711E-3</c:v>
                </c:pt>
                <c:pt idx="337">
                  <c:v>-1.8695726708595399E-3</c:v>
                </c:pt>
                <c:pt idx="338">
                  <c:v>-2.0802969517819698E-3</c:v>
                </c:pt>
                <c:pt idx="339">
                  <c:v>-2.2229112327044002E-3</c:v>
                </c:pt>
                <c:pt idx="340">
                  <c:v>-2.3035955136268401E-3</c:v>
                </c:pt>
                <c:pt idx="341">
                  <c:v>-2.34545979454927E-3</c:v>
                </c:pt>
                <c:pt idx="342">
                  <c:v>-2.3813240754716998E-3</c:v>
                </c:pt>
                <c:pt idx="343">
                  <c:v>-2.4438583563941301E-3</c:v>
                </c:pt>
                <c:pt idx="344">
                  <c:v>-2.5558626373165601E-3</c:v>
                </c:pt>
                <c:pt idx="345">
                  <c:v>-2.7234169182389898E-3</c:v>
                </c:pt>
                <c:pt idx="346">
                  <c:v>-2.9337711991614299E-3</c:v>
                </c:pt>
                <c:pt idx="347">
                  <c:v>-3.1585754800838601E-3</c:v>
                </c:pt>
                <c:pt idx="348">
                  <c:v>-3.3614797610062898E-3</c:v>
                </c:pt>
                <c:pt idx="349">
                  <c:v>-3.5080240419287198E-3</c:v>
                </c:pt>
                <c:pt idx="350">
                  <c:v>-3.5751283228511498E-3</c:v>
                </c:pt>
                <c:pt idx="351">
                  <c:v>-3.5573126037735901E-3</c:v>
                </c:pt>
                <c:pt idx="352">
                  <c:v>-3.4681768846960199E-3</c:v>
                </c:pt>
                <c:pt idx="353">
                  <c:v>-3.3365811656184499E-3</c:v>
                </c:pt>
                <c:pt idx="354">
                  <c:v>-3.1986254465408799E-3</c:v>
                </c:pt>
                <c:pt idx="355">
                  <c:v>-3.0877697274633098E-3</c:v>
                </c:pt>
                <c:pt idx="356">
                  <c:v>-3.0257640083857398E-3</c:v>
                </c:pt>
                <c:pt idx="357">
                  <c:v>-3.0169082893081798E-3</c:v>
                </c:pt>
                <c:pt idx="358">
                  <c:v>-3.04724257023061E-3</c:v>
                </c:pt>
                <c:pt idx="359">
                  <c:v>-3.0888068511530399E-3</c:v>
                </c:pt>
                <c:pt idx="360">
                  <c:v>-3.1077811320754699E-3</c:v>
                </c:pt>
                <c:pt idx="361">
                  <c:v>-3.0740954129979E-3</c:v>
                </c:pt>
                <c:pt idx="362">
                  <c:v>-2.9699996939203401E-3</c:v>
                </c:pt>
                <c:pt idx="363">
                  <c:v>-2.79510397484277E-3</c:v>
                </c:pt>
                <c:pt idx="364">
                  <c:v>-2.5664982557652002E-3</c:v>
                </c:pt>
                <c:pt idx="365">
                  <c:v>-2.3140125366876299E-3</c:v>
                </c:pt>
                <c:pt idx="366">
                  <c:v>-2.0719368176100599E-3</c:v>
                </c:pt>
                <c:pt idx="367">
                  <c:v>-1.8697010985325E-3</c:v>
                </c:pt>
                <c:pt idx="368">
                  <c:v>-1.72395537945493E-3</c:v>
                </c:pt>
                <c:pt idx="369">
                  <c:v>-1.63449266037736E-3</c:v>
                </c:pt>
                <c:pt idx="370">
                  <c:v>-1.58498794129979E-3</c:v>
                </c:pt>
                <c:pt idx="371">
                  <c:v>-1.5483682222222201E-3</c:v>
                </c:pt>
                <c:pt idx="372">
                  <c:v>-1.4952835031446501E-3</c:v>
                </c:pt>
                <c:pt idx="373">
                  <c:v>-1.4032347840670901E-3</c:v>
                </c:pt>
                <c:pt idx="374">
                  <c:v>-1.2637490649895201E-3</c:v>
                </c:pt>
                <c:pt idx="375">
                  <c:v>-1.0855133459119501E-3</c:v>
                </c:pt>
                <c:pt idx="376">
                  <c:v>-8.9251962683438196E-4</c:v>
                </c:pt>
                <c:pt idx="377">
                  <c:v>-7.1769730775681395E-4</c:v>
                </c:pt>
                <c:pt idx="378">
                  <c:v>-5.9379118867924604E-4</c:v>
                </c:pt>
                <c:pt idx="379">
                  <c:v>-5.4402446960167801E-4</c:v>
                </c:pt>
                <c:pt idx="380">
                  <c:v>-5.7518775052410901E-4</c:v>
                </c:pt>
                <c:pt idx="381">
                  <c:v>-6.7511003144654104E-4</c:v>
                </c:pt>
                <c:pt idx="382">
                  <c:v>-8.1527571236897302E-4</c:v>
                </c:pt>
                <c:pt idx="383">
                  <c:v>-9.57937593291405E-4</c:v>
                </c:pt>
                <c:pt idx="384">
                  <c:v>-1.06583087421384E-3</c:v>
                </c:pt>
                <c:pt idx="385">
                  <c:v>-1.1118541551362699E-3</c:v>
                </c:pt>
                <c:pt idx="386">
                  <c:v>-1.0860734360586999E-3</c:v>
                </c:pt>
                <c:pt idx="387">
                  <c:v>-9.9812871698113292E-4</c:v>
                </c:pt>
                <c:pt idx="388">
                  <c:v>-8.7435999790356404E-4</c:v>
                </c:pt>
                <c:pt idx="389">
                  <c:v>-7.5046827882599605E-4</c:v>
                </c:pt>
                <c:pt idx="390">
                  <c:v>-6.6171955974842801E-4</c:v>
                </c:pt>
                <c:pt idx="391">
                  <c:v>-6.3340554067086005E-4</c:v>
                </c:pt>
                <c:pt idx="392">
                  <c:v>-6.7414822159329196E-4</c:v>
                </c:pt>
                <c:pt idx="393">
                  <c:v>-7.7386480251572399E-4</c:v>
                </c:pt>
                <c:pt idx="394">
                  <c:v>-9.0690468343815496E-4</c:v>
                </c:pt>
                <c:pt idx="395">
                  <c:v>-1.03945796436059E-3</c:v>
                </c:pt>
                <c:pt idx="396">
                  <c:v>-1.13917124528302E-3</c:v>
                </c:pt>
                <c:pt idx="397">
                  <c:v>-1.1843015262054501E-3</c:v>
                </c:pt>
                <c:pt idx="398">
                  <c:v>-1.1698758071278801E-3</c:v>
                </c:pt>
                <c:pt idx="399">
                  <c:v>-1.10916408805031E-3</c:v>
                </c:pt>
                <c:pt idx="400">
                  <c:v>-1.0300883689727501E-3</c:v>
                </c:pt>
                <c:pt idx="401">
                  <c:v>-9.6760164989517902E-4</c:v>
                </c:pt>
                <c:pt idx="402">
                  <c:v>-9.5419993081761003E-4</c:v>
                </c:pt>
                <c:pt idx="403">
                  <c:v>-1.0112252117400399E-3</c:v>
                </c:pt>
                <c:pt idx="404">
                  <c:v>-1.14335649266247E-3</c:v>
                </c:pt>
                <c:pt idx="405">
                  <c:v>-1.3377897735849099E-3</c:v>
                </c:pt>
                <c:pt idx="406">
                  <c:v>-1.56827805450734E-3</c:v>
                </c:pt>
                <c:pt idx="407">
                  <c:v>-1.80286233542977E-3</c:v>
                </c:pt>
                <c:pt idx="408">
                  <c:v>-2.0130666163522002E-3</c:v>
                </c:pt>
                <c:pt idx="409">
                  <c:v>-2.1820308972746302E-3</c:v>
                </c:pt>
                <c:pt idx="410">
                  <c:v>-2.3092351781970701E-3</c:v>
                </c:pt>
                <c:pt idx="411">
                  <c:v>-2.4104694591194999E-3</c:v>
                </c:pt>
                <c:pt idx="412">
                  <c:v>-2.5131537400419298E-3</c:v>
                </c:pt>
                <c:pt idx="413">
                  <c:v>-2.64835802096436E-3</c:v>
                </c:pt>
                <c:pt idx="414">
                  <c:v>-2.8417023018867901E-3</c:v>
                </c:pt>
                <c:pt idx="415">
                  <c:v>-3.1058465828092199E-3</c:v>
                </c:pt>
                <c:pt idx="416">
                  <c:v>-3.43655086373166E-3</c:v>
                </c:pt>
                <c:pt idx="417">
                  <c:v>-3.8135451446540901E-3</c:v>
                </c:pt>
                <c:pt idx="418">
                  <c:v>-4.20577942557652E-3</c:v>
                </c:pt>
                <c:pt idx="419">
                  <c:v>-4.5796937064989498E-3</c:v>
                </c:pt>
                <c:pt idx="420">
                  <c:v>-4.9080679874213802E-3</c:v>
                </c:pt>
                <c:pt idx="421">
                  <c:v>-5.17705226834382E-3</c:v>
                </c:pt>
                <c:pt idx="422">
                  <c:v>-5.38924654926625E-3</c:v>
                </c:pt>
                <c:pt idx="423">
                  <c:v>-5.56216083018868E-3</c:v>
                </c:pt>
                <c:pt idx="424">
                  <c:v>-5.7224051111111097E-3</c:v>
                </c:pt>
                <c:pt idx="425">
                  <c:v>-5.8973993920335404E-3</c:v>
                </c:pt>
                <c:pt idx="426">
                  <c:v>-6.1069736729559799E-3</c:v>
                </c:pt>
                <c:pt idx="427">
                  <c:v>-6.3572979538784099E-3</c:v>
                </c:pt>
                <c:pt idx="428">
                  <c:v>-6.6389522348008403E-3</c:v>
                </c:pt>
                <c:pt idx="429">
                  <c:v>-6.9295865157232702E-3</c:v>
                </c:pt>
                <c:pt idx="430">
                  <c:v>-7.2004707966457004E-3</c:v>
                </c:pt>
                <c:pt idx="431">
                  <c:v>-7.4249550775681399E-3</c:v>
                </c:pt>
                <c:pt idx="432">
                  <c:v>-7.5864693584905699E-3</c:v>
                </c:pt>
                <c:pt idx="433">
                  <c:v>-7.6835736394129999E-3</c:v>
                </c:pt>
                <c:pt idx="434">
                  <c:v>-7.7306079203354298E-3</c:v>
                </c:pt>
                <c:pt idx="435">
                  <c:v>-7.7536922012578597E-3</c:v>
                </c:pt>
                <c:pt idx="436">
                  <c:v>-7.7832264821802903E-3</c:v>
                </c:pt>
                <c:pt idx="437">
                  <c:v>-7.8449007631027304E-3</c:v>
                </c:pt>
                <c:pt idx="438">
                  <c:v>-7.9519950440251602E-3</c:v>
                </c:pt>
                <c:pt idx="439">
                  <c:v>-8.1011693249475897E-3</c:v>
                </c:pt>
                <c:pt idx="440">
                  <c:v>-8.2730036058700201E-3</c:v>
                </c:pt>
                <c:pt idx="441">
                  <c:v>-8.4371978867924507E-3</c:v>
                </c:pt>
                <c:pt idx="442">
                  <c:v>-8.5610321677148903E-3</c:v>
                </c:pt>
                <c:pt idx="443">
                  <c:v>-8.6187164486373202E-3</c:v>
                </c:pt>
                <c:pt idx="444">
                  <c:v>-8.5988507295597493E-3</c:v>
                </c:pt>
                <c:pt idx="445">
                  <c:v>-8.5078950104821808E-3</c:v>
                </c:pt>
                <c:pt idx="446">
                  <c:v>-8.3685192914046101E-3</c:v>
                </c:pt>
                <c:pt idx="447">
                  <c:v>-8.2133235723270501E-3</c:v>
                </c:pt>
                <c:pt idx="448">
                  <c:v>-8.0756778532494796E-3</c:v>
                </c:pt>
                <c:pt idx="449">
                  <c:v>-7.9803021341719096E-3</c:v>
                </c:pt>
                <c:pt idx="450">
                  <c:v>-7.9363464150943395E-3</c:v>
                </c:pt>
                <c:pt idx="451">
                  <c:v>-7.9350106960167695E-3</c:v>
                </c:pt>
                <c:pt idx="452">
                  <c:v>-7.9522649769392002E-3</c:v>
                </c:pt>
                <c:pt idx="453">
                  <c:v>-7.9560992578616395E-3</c:v>
                </c:pt>
                <c:pt idx="454">
                  <c:v>-7.91584353878407E-3</c:v>
                </c:pt>
                <c:pt idx="455">
                  <c:v>-7.8109778197064999E-3</c:v>
                </c:pt>
                <c:pt idx="456">
                  <c:v>-7.6366721006289303E-3</c:v>
                </c:pt>
                <c:pt idx="457">
                  <c:v>-7.4043163815513601E-3</c:v>
                </c:pt>
                <c:pt idx="458">
                  <c:v>-7.1368806624737902E-3</c:v>
                </c:pt>
                <c:pt idx="459">
                  <c:v>-6.8605749433962304E-3</c:v>
                </c:pt>
                <c:pt idx="460">
                  <c:v>-6.5955392243186601E-3</c:v>
                </c:pt>
                <c:pt idx="461">
                  <c:v>-6.3486335052410896E-3</c:v>
                </c:pt>
                <c:pt idx="462">
                  <c:v>-6.1110177861635204E-3</c:v>
                </c:pt>
                <c:pt idx="463">
                  <c:v>-5.8616120670859501E-3</c:v>
                </c:pt>
                <c:pt idx="464">
                  <c:v>-5.5757963480083904E-3</c:v>
                </c:pt>
                <c:pt idx="465">
                  <c:v>-5.2366706289308203E-3</c:v>
                </c:pt>
                <c:pt idx="466">
                  <c:v>-4.8452049098532497E-3</c:v>
                </c:pt>
                <c:pt idx="467">
                  <c:v>-4.4251691907756796E-3</c:v>
                </c:pt>
                <c:pt idx="468">
                  <c:v>-4.01994347169811E-3</c:v>
                </c:pt>
                <c:pt idx="469">
                  <c:v>-3.6802377526205499E-3</c:v>
                </c:pt>
                <c:pt idx="470">
                  <c:v>-3.44456203354298E-3</c:v>
                </c:pt>
                <c:pt idx="471">
                  <c:v>-3.31624631446541E-3</c:v>
                </c:pt>
                <c:pt idx="472">
                  <c:v>-3.2428005953878398E-3</c:v>
                </c:pt>
                <c:pt idx="473">
                  <c:v>-3.1031048763102702E-3</c:v>
                </c:pt>
                <c:pt idx="474">
                  <c:v>-2.7069191572326999E-3</c:v>
                </c:pt>
                <c:pt idx="475">
                  <c:v>-1.8085534381551401E-3</c:v>
                </c:pt>
                <c:pt idx="476">
                  <c:v>-1.3314971907756799E-4</c:v>
                </c:pt>
                <c:pt idx="477">
                  <c:v>2.5891780000000001E-3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BB7-4D98-8366-ABF69F32E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56463199"/>
        <c:axId val="1656453119"/>
      </c:lineChart>
      <c:catAx>
        <c:axId val="1656463199"/>
        <c:scaling>
          <c:orientation val="minMax"/>
        </c:scaling>
        <c:delete val="1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/>
                  <a:t>Time (s)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crossAx val="1656453119"/>
        <c:crosses val="autoZero"/>
        <c:auto val="1"/>
        <c:lblAlgn val="ctr"/>
        <c:lblOffset val="100"/>
        <c:noMultiLvlLbl val="0"/>
      </c:catAx>
      <c:valAx>
        <c:axId val="16564531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CA" dirty="0"/>
                  <a:t>Flow Velocity</a:t>
                </a:r>
                <a:r>
                  <a:rPr lang="en-CA" baseline="0" dirty="0"/>
                  <a:t> (m/s)</a:t>
                </a:r>
                <a:endParaRPr lang="en-CA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A"/>
            </a:p>
          </c:txPr>
        </c:title>
        <c:numFmt formatCode="General" sourceLinked="1"/>
        <c:majorTickMark val="out"/>
        <c:minorTickMark val="none"/>
        <c:tickLblPos val="nextTo"/>
        <c:crossAx val="1656463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5F7C3-B8D2-1A54-A35A-223292101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39AB2-C962-35EA-B6A9-D00969B16B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3DFB2-E3CB-C4C1-D4F1-D055479D3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23199-BC62-9400-BD04-731ED884E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B2BFF-334C-DC72-FCB3-1FDCB324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5681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C94E-F9F9-936D-80D7-F7F6D12CD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D6EB9-E4CF-8C67-1FCF-BEFDCDBC0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F495D-B7E5-2485-F9ED-B2E998B2E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F0A16-BE19-F843-DB64-BA0BE9EE2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7F316-D33A-1412-1A16-AF53A5C83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4173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0167-DB24-0970-B61B-68CEFAA1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22C20-37F5-03EC-7896-25DDDF6C8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27235-C344-820C-0C38-E868561CA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45BD5-79C3-1D06-AB37-E7E4CE54C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5CC3E-B0C4-4C03-26BB-169FDA0C4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7861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C30A-32E7-DDFF-6079-8B2CF5DF3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AB1A-9A83-D6ED-8B69-DF8AE19FF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E7035-798E-290E-0B9A-E348FFD85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BE25D-75F3-7694-8A49-5ADCC9B09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21F10-BE1B-DB7F-5C24-E26FBBE8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F9161-C400-B67B-BED0-BD6166FCE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27843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EF63F-D58F-820A-7A05-61938A165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A667A2-C7E6-035B-5AE6-993709A9C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4A06A-99DD-2808-7743-6057E51E5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058761-7B32-3A02-9686-7936A94060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BE8907-5C3F-548C-929B-62E4D607C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5D43D-6AD8-1961-50C1-400A2CCE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59162A-9310-F7A7-FC29-0F35F65DD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A0DA3D-0286-AD78-810B-E9FF75AD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90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1D6FC-65A5-07E2-1817-D58BCA15E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0E5810-BC49-20AD-0B76-A86EA755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78D32E-C2DB-4F38-86F4-684834E43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8E52A-EE0C-58E5-8AED-8835555B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809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A9D7CC-6104-C540-3D51-2C9B3879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C0AC94-BDC8-D3BA-1A3E-C37F0C52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D5535-3C0F-143B-2FE0-A7185B7C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7974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9522-CCB2-8D7C-9171-7FE248D24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8694F-FEA5-17B0-9845-363A39D6A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C267C-A66B-6BE9-CC7E-A1D934FE2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2F387-0C92-115C-142A-2AE81C97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BA2E31-57B7-ED96-32A5-805CD4A3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0972A4-673D-E5EC-A0E6-9A135715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3110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279DB-3BCC-F7D5-1A77-7C5E968DC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62452-7E45-840E-239A-18E1AF582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02E0A-0B34-49DB-2B93-17AF8E4E4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057DC-DD3A-12F9-C6E0-4545860BB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5533D-5E81-4D1D-EF4E-5C48AE22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3C3E5-5775-95AA-9CEB-9A9952CF1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37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041D-4A8C-7422-0140-170647FE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AB96A4-1E6B-6E2B-6001-F93AB60754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AC466-6874-D3B8-2533-0139A7BD4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92035-334C-9D56-CA07-4A2BF7F9A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CFE00-670C-0FD2-CC45-D7C50FC2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5454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C028B5-12B3-B9BC-F5F6-171618FADF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E50EE-07B1-B8F3-9513-34956731B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1E724-114B-2A57-A09F-656E5A4D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9569B-3F11-2313-CCD5-F88A3D5C7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66EDF-233F-BF72-211F-82CB70A1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95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7A816D-2E70-E97D-702F-31B36FF1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88C5BB-0A98-E734-064C-0850FDAA7A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7A49-A120-D4AF-21DF-14C7B0263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0ADBE-E2B5-49AB-99FC-12956E870A1F}" type="datetimeFigureOut">
              <a:rPr lang="en-CA" smtClean="0"/>
              <a:t>20-Feb-2026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9D0AA-3F05-E82F-05CF-E110FCC61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6A1649-D378-77D8-301C-DC123586C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FF559-ABB6-4F13-A2B1-A3951010F9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275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3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BD7512-512B-0C92-2838-2937AA8FD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638" y="2044015"/>
            <a:ext cx="6856165" cy="2769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326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479648-DD8F-E525-BDB3-EB159D57C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8" y="878353"/>
            <a:ext cx="4896102" cy="35752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A8F9F5-DA58-9A0C-8F02-A8B87A01F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840" y="878353"/>
            <a:ext cx="4972306" cy="35752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5A5D6A-8DC1-7D10-DC4A-29B9E71BD739}"/>
              </a:ext>
            </a:extLst>
          </p:cNvPr>
          <p:cNvSpPr txBox="1"/>
          <p:nvPr/>
        </p:nvSpPr>
        <p:spPr>
          <a:xfrm>
            <a:off x="545719" y="77155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5FEF9-5634-60D7-E0AD-F6AD07592D3F}"/>
              </a:ext>
            </a:extLst>
          </p:cNvPr>
          <p:cNvSpPr txBox="1"/>
          <p:nvPr/>
        </p:nvSpPr>
        <p:spPr>
          <a:xfrm>
            <a:off x="5619164" y="77155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6614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E686E3-461E-0791-BCEB-7DE1C5AEA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2895525"/>
            <a:ext cx="9211961" cy="10669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4E51DC-5833-B2FB-62BD-D83E9A9C4997}"/>
              </a:ext>
            </a:extLst>
          </p:cNvPr>
          <p:cNvSpPr txBox="1"/>
          <p:nvPr/>
        </p:nvSpPr>
        <p:spPr>
          <a:xfrm>
            <a:off x="5735781" y="3410527"/>
            <a:ext cx="1260000" cy="1384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CA" sz="900" dirty="0"/>
              <a:t>as patient is repositioned</a:t>
            </a:r>
          </a:p>
        </p:txBody>
      </p:sp>
    </p:spTree>
    <p:extLst>
      <p:ext uri="{BB962C8B-B14F-4D97-AF65-F5344CB8AC3E}">
        <p14:creationId xmlns:p14="http://schemas.microsoft.com/office/powerpoint/2010/main" val="2937005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60F7C-7028-7537-3FA4-A0EBAF2F7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Could include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14007-DFDA-9DD5-10CE-E26BCDA59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Vessel figures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24543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different sizes and colors&#10;&#10;AI-generated content may be incorrect.">
            <a:extLst>
              <a:ext uri="{FF2B5EF4-FFF2-40B4-BE49-F238E27FC236}">
                <a16:creationId xmlns:a16="http://schemas.microsoft.com/office/drawing/2014/main" id="{959C1D7B-939F-3FE8-23D7-05241B75E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200" y="0"/>
            <a:ext cx="927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the different types of organs&#10;&#10;AI-generated content may be incorrect.">
            <a:extLst>
              <a:ext uri="{FF2B5EF4-FFF2-40B4-BE49-F238E27FC236}">
                <a16:creationId xmlns:a16="http://schemas.microsoft.com/office/drawing/2014/main" id="{D252DDAA-922E-4ABC-6812-CC24F5F69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531" y="531412"/>
            <a:ext cx="4934204" cy="389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447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the internal organs&#10;&#10;AI-generated content may be incorrect.">
            <a:extLst>
              <a:ext uri="{FF2B5EF4-FFF2-40B4-BE49-F238E27FC236}">
                <a16:creationId xmlns:a16="http://schemas.microsoft.com/office/drawing/2014/main" id="{AFBC44A3-1F55-DC0C-E51C-FBAE085F6B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60" y="0"/>
            <a:ext cx="9483926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A7F124E-722A-2352-39DE-35F1A29F3054}"/>
              </a:ext>
            </a:extLst>
          </p:cNvPr>
          <p:cNvSpPr/>
          <p:nvPr/>
        </p:nvSpPr>
        <p:spPr>
          <a:xfrm>
            <a:off x="1699114" y="2122173"/>
            <a:ext cx="2273118" cy="77674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D1C0C-F508-A3BF-D2BD-176276A9B456}"/>
              </a:ext>
            </a:extLst>
          </p:cNvPr>
          <p:cNvSpPr/>
          <p:nvPr/>
        </p:nvSpPr>
        <p:spPr>
          <a:xfrm>
            <a:off x="7675665" y="2122172"/>
            <a:ext cx="2273118" cy="776749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CB7D3E-A308-DA9F-66DE-C4C219A083D1}"/>
              </a:ext>
            </a:extLst>
          </p:cNvPr>
          <p:cNvSpPr/>
          <p:nvPr/>
        </p:nvSpPr>
        <p:spPr>
          <a:xfrm>
            <a:off x="4862444" y="1055372"/>
            <a:ext cx="862853" cy="78990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A8A81-3959-C3EF-B8E0-8629D6D12386}"/>
              </a:ext>
            </a:extLst>
          </p:cNvPr>
          <p:cNvSpPr/>
          <p:nvPr/>
        </p:nvSpPr>
        <p:spPr>
          <a:xfrm>
            <a:off x="5945720" y="1055372"/>
            <a:ext cx="862853" cy="789904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914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66A145-DC15-8E51-8EE7-B7E6449C1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488" y="2685168"/>
            <a:ext cx="3437451" cy="2415879"/>
          </a:xfrm>
          <a:prstGeom prst="roundRect">
            <a:avLst>
              <a:gd name="adj" fmla="val 16667"/>
            </a:avLst>
          </a:prstGeom>
          <a:ln>
            <a:solidFill>
              <a:schemeClr val="bg1"/>
            </a:solidFill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FB2C69-79F1-F750-CA0E-4E8F2C4461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638"/>
          <a:stretch/>
        </p:blipFill>
        <p:spPr>
          <a:xfrm>
            <a:off x="3627026" y="853207"/>
            <a:ext cx="3437451" cy="2415879"/>
          </a:xfrm>
          <a:prstGeom prst="roundRect">
            <a:avLst>
              <a:gd name="adj" fmla="val 16667"/>
            </a:avLst>
          </a:prstGeom>
          <a:ln>
            <a:solidFill>
              <a:schemeClr val="bg1"/>
            </a:solidFill>
          </a:ln>
          <a:effectLst/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5D6DC5E-3644-EAC5-6CC4-EB79C1DEE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6488" y="5101047"/>
            <a:ext cx="3667637" cy="666843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557ECB-1764-81FB-14D6-1678B789ED63}"/>
              </a:ext>
            </a:extLst>
          </p:cNvPr>
          <p:cNvSpPr txBox="1"/>
          <p:nvPr/>
        </p:nvSpPr>
        <p:spPr>
          <a:xfrm>
            <a:off x="3279086" y="91903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03CC2-CCCE-703E-6506-53B8AB0C2B64}"/>
              </a:ext>
            </a:extLst>
          </p:cNvPr>
          <p:cNvSpPr txBox="1"/>
          <p:nvPr/>
        </p:nvSpPr>
        <p:spPr>
          <a:xfrm>
            <a:off x="3281343" y="3084420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BD8ED-31AD-9297-4635-5F21613CAE03}"/>
              </a:ext>
            </a:extLst>
          </p:cNvPr>
          <p:cNvSpPr txBox="1"/>
          <p:nvPr/>
        </p:nvSpPr>
        <p:spPr>
          <a:xfrm>
            <a:off x="3267064" y="473881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9427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7056D16-3DEC-43A8-FABC-D63943F89337}"/>
              </a:ext>
            </a:extLst>
          </p:cNvPr>
          <p:cNvSpPr/>
          <p:nvPr/>
        </p:nvSpPr>
        <p:spPr>
          <a:xfrm>
            <a:off x="3546764" y="2159314"/>
            <a:ext cx="535706" cy="544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554BAB-4071-740F-5DE5-7050F352FC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246970"/>
              </p:ext>
            </p:extLst>
          </p:nvPr>
        </p:nvGraphicFramePr>
        <p:xfrm>
          <a:off x="2854035" y="2123592"/>
          <a:ext cx="6483930" cy="628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393">
                  <a:extLst>
                    <a:ext uri="{9D8B030D-6E8A-4147-A177-3AD203B41FA5}">
                      <a16:colId xmlns:a16="http://schemas.microsoft.com/office/drawing/2014/main" val="2331374839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3047030589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837905681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543869212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243421271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183586060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1151400591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814794531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1306673768"/>
                    </a:ext>
                  </a:extLst>
                </a:gridCol>
                <a:gridCol w="648393">
                  <a:extLst>
                    <a:ext uri="{9D8B030D-6E8A-4147-A177-3AD203B41FA5}">
                      <a16:colId xmlns:a16="http://schemas.microsoft.com/office/drawing/2014/main" val="2401572614"/>
                    </a:ext>
                  </a:extLst>
                </a:gridCol>
              </a:tblGrid>
              <a:tr h="628844">
                <a:tc>
                  <a:txBody>
                    <a:bodyPr/>
                    <a:lstStyle/>
                    <a:p>
                      <a:endParaRPr lang="en-CA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CA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17192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127019-DD68-0050-D7E3-E1491BE6A69C}"/>
              </a:ext>
            </a:extLst>
          </p:cNvPr>
          <p:cNvCxnSpPr>
            <a:cxnSpLocks/>
          </p:cNvCxnSpPr>
          <p:nvPr/>
        </p:nvCxnSpPr>
        <p:spPr>
          <a:xfrm>
            <a:off x="3814619" y="2549236"/>
            <a:ext cx="0" cy="6280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E5977D-6173-091F-478B-40CFAF191A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949822"/>
              </p:ext>
            </p:extLst>
          </p:nvPr>
        </p:nvGraphicFramePr>
        <p:xfrm>
          <a:off x="2513119" y="3297382"/>
          <a:ext cx="2602998" cy="2093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22801D-A2E4-AE8B-85BB-2863F086896C}"/>
                  </a:ext>
                </a:extLst>
              </p:cNvPr>
              <p:cNvSpPr txBox="1"/>
              <p:nvPr/>
            </p:nvSpPr>
            <p:spPr>
              <a:xfrm>
                <a:off x="3583709" y="1772610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22801D-A2E4-AE8B-85BB-2863F0868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709" y="1772610"/>
                <a:ext cx="46181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9B6747-0874-FC2C-2E94-CDA53BFF982A}"/>
              </a:ext>
            </a:extLst>
          </p:cNvPr>
          <p:cNvCxnSpPr>
            <a:cxnSpLocks/>
          </p:cNvCxnSpPr>
          <p:nvPr/>
        </p:nvCxnSpPr>
        <p:spPr>
          <a:xfrm>
            <a:off x="3375891" y="4165600"/>
            <a:ext cx="0" cy="918566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5059F-E843-B363-14FC-E2BF5D67B9DD}"/>
                  </a:ext>
                </a:extLst>
              </p:cNvPr>
              <p:cNvSpPr txBox="1"/>
              <p:nvPr/>
            </p:nvSpPr>
            <p:spPr>
              <a:xfrm>
                <a:off x="3144984" y="4991863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B45059F-E843-B363-14FC-E2BF5D67B9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4984" y="4991863"/>
                <a:ext cx="46181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5AFAA0-04D6-1359-A485-D66B55F82832}"/>
              </a:ext>
            </a:extLst>
          </p:cNvPr>
          <p:cNvCxnSpPr>
            <a:cxnSpLocks/>
          </p:cNvCxnSpPr>
          <p:nvPr/>
        </p:nvCxnSpPr>
        <p:spPr>
          <a:xfrm>
            <a:off x="3366655" y="4165600"/>
            <a:ext cx="1667163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Left Brace 15">
            <a:extLst>
              <a:ext uri="{FF2B5EF4-FFF2-40B4-BE49-F238E27FC236}">
                <a16:creationId xmlns:a16="http://schemas.microsoft.com/office/drawing/2014/main" id="{1202B802-4218-3B38-45AC-C85780D021B0}"/>
              </a:ext>
            </a:extLst>
          </p:cNvPr>
          <p:cNvSpPr/>
          <p:nvPr/>
        </p:nvSpPr>
        <p:spPr>
          <a:xfrm rot="5400000">
            <a:off x="3693359" y="2041721"/>
            <a:ext cx="242518" cy="24589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229618-F72E-08A5-77AE-29CB53F6D390}"/>
                  </a:ext>
                </a:extLst>
              </p:cNvPr>
              <p:cNvSpPr txBox="1"/>
              <p:nvPr/>
            </p:nvSpPr>
            <p:spPr>
              <a:xfrm>
                <a:off x="5000663" y="3937389"/>
                <a:ext cx="4618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CA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CA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CA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229618-F72E-08A5-77AE-29CB53F6D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663" y="3937389"/>
                <a:ext cx="461815" cy="369332"/>
              </a:xfrm>
              <a:prstGeom prst="rect">
                <a:avLst/>
              </a:prstGeom>
              <a:blipFill>
                <a:blip r:embed="rId5"/>
                <a:stretch>
                  <a:fillRect r="-47368" b="-1333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>
            <a:extLst>
              <a:ext uri="{FF2B5EF4-FFF2-40B4-BE49-F238E27FC236}">
                <a16:creationId xmlns:a16="http://schemas.microsoft.com/office/drawing/2014/main" id="{33E3ED2B-51DB-E9CC-F115-F1C2EC0B01B7}"/>
              </a:ext>
            </a:extLst>
          </p:cNvPr>
          <p:cNvSpPr/>
          <p:nvPr/>
        </p:nvSpPr>
        <p:spPr>
          <a:xfrm>
            <a:off x="7458362" y="2159314"/>
            <a:ext cx="535706" cy="54494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5B42D01-7DFE-1A8E-E8E1-D4444D122F88}"/>
              </a:ext>
            </a:extLst>
          </p:cNvPr>
          <p:cNvCxnSpPr>
            <a:cxnSpLocks/>
          </p:cNvCxnSpPr>
          <p:nvPr/>
        </p:nvCxnSpPr>
        <p:spPr>
          <a:xfrm>
            <a:off x="4008581" y="1976909"/>
            <a:ext cx="3449781" cy="1112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F260D1-8C14-FB11-ACD4-E9093871CC2B}"/>
              </a:ext>
            </a:extLst>
          </p:cNvPr>
          <p:cNvCxnSpPr>
            <a:cxnSpLocks/>
          </p:cNvCxnSpPr>
          <p:nvPr/>
        </p:nvCxnSpPr>
        <p:spPr>
          <a:xfrm>
            <a:off x="7726216" y="2475345"/>
            <a:ext cx="0" cy="628073"/>
          </a:xfrm>
          <a:prstGeom prst="line">
            <a:avLst/>
          </a:prstGeom>
          <a:ln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366FE2-463A-10A4-8993-EF6CE5F3A793}"/>
                  </a:ext>
                </a:extLst>
              </p:cNvPr>
              <p:cNvSpPr txBox="1"/>
              <p:nvPr/>
            </p:nvSpPr>
            <p:spPr>
              <a:xfrm>
                <a:off x="7495307" y="1761826"/>
                <a:ext cx="461815" cy="3915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366FE2-463A-10A4-8993-EF6CE5F3A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307" y="1761826"/>
                <a:ext cx="461815" cy="391582"/>
              </a:xfrm>
              <a:prstGeom prst="rect">
                <a:avLst/>
              </a:prstGeom>
              <a:blipFill>
                <a:blip r:embed="rId6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F4A71A-B143-0810-2B48-D6C14C656BF9}"/>
                  </a:ext>
                </a:extLst>
              </p:cNvPr>
              <p:cNvSpPr txBox="1"/>
              <p:nvPr/>
            </p:nvSpPr>
            <p:spPr>
              <a:xfrm>
                <a:off x="5502561" y="1676014"/>
                <a:ext cx="535711" cy="3693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FF4A71A-B143-0810-2B48-D6C14C656B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2561" y="1676014"/>
                <a:ext cx="535711" cy="3693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4816CE3-5FF1-006B-6244-FA9FB3AC8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467923"/>
                  </p:ext>
                </p:extLst>
              </p:nvPr>
            </p:nvGraphicFramePr>
            <p:xfrm>
              <a:off x="6541652" y="3392443"/>
              <a:ext cx="2369124" cy="18532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708">
                      <a:extLst>
                        <a:ext uri="{9D8B030D-6E8A-4147-A177-3AD203B41FA5}">
                          <a16:colId xmlns:a16="http://schemas.microsoft.com/office/drawing/2014/main" val="3638430088"/>
                        </a:ext>
                      </a:extLst>
                    </a:gridCol>
                    <a:gridCol w="789708">
                      <a:extLst>
                        <a:ext uri="{9D8B030D-6E8A-4147-A177-3AD203B41FA5}">
                          <a16:colId xmlns:a16="http://schemas.microsoft.com/office/drawing/2014/main" val="2870050223"/>
                        </a:ext>
                      </a:extLst>
                    </a:gridCol>
                    <a:gridCol w="789708">
                      <a:extLst>
                        <a:ext uri="{9D8B030D-6E8A-4147-A177-3AD203B41FA5}">
                          <a16:colId xmlns:a16="http://schemas.microsoft.com/office/drawing/2014/main" val="3677307559"/>
                        </a:ext>
                      </a:extLst>
                    </a:gridCol>
                  </a:tblGrid>
                  <a:tr h="366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CA" b="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CA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en-CA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CA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419790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189741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4706869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CA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14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CA" dirty="0">
                            <a:solidFill>
                              <a:srgbClr val="FF0000"/>
                            </a:solidFill>
                          </a:endParaRP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733683434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02107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Table 27">
                <a:extLst>
                  <a:ext uri="{FF2B5EF4-FFF2-40B4-BE49-F238E27FC236}">
                    <a16:creationId xmlns:a16="http://schemas.microsoft.com/office/drawing/2014/main" id="{34816CE3-5FF1-006B-6244-FA9FB3AC8F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7467923"/>
                  </p:ext>
                </p:extLst>
              </p:nvPr>
            </p:nvGraphicFramePr>
            <p:xfrm>
              <a:off x="6541652" y="3392443"/>
              <a:ext cx="2369124" cy="185327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9708">
                      <a:extLst>
                        <a:ext uri="{9D8B030D-6E8A-4147-A177-3AD203B41FA5}">
                          <a16:colId xmlns:a16="http://schemas.microsoft.com/office/drawing/2014/main" val="3638430088"/>
                        </a:ext>
                      </a:extLst>
                    </a:gridCol>
                    <a:gridCol w="789708">
                      <a:extLst>
                        <a:ext uri="{9D8B030D-6E8A-4147-A177-3AD203B41FA5}">
                          <a16:colId xmlns:a16="http://schemas.microsoft.com/office/drawing/2014/main" val="2870050223"/>
                        </a:ext>
                      </a:extLst>
                    </a:gridCol>
                    <a:gridCol w="789708">
                      <a:extLst>
                        <a:ext uri="{9D8B030D-6E8A-4147-A177-3AD203B41FA5}">
                          <a16:colId xmlns:a16="http://schemas.microsoft.com/office/drawing/2014/main" val="3677307559"/>
                        </a:ext>
                      </a:extLst>
                    </a:gridCol>
                  </a:tblGrid>
                  <a:tr h="3663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r="-200769" b="-4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775" r="-102326" b="-43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9231" r="-1538" b="-43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7419790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88189741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4706869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t="-282813" r="-200769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00775" t="-282813" r="-102326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8"/>
                          <a:stretch>
                            <a:fillRect l="-199231" t="-282813" r="-1538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33683434"/>
                      </a:ext>
                    </a:extLst>
                  </a:tr>
                  <a:tr h="36637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:</a:t>
                          </a:r>
                        </a:p>
                      </a:txBody>
                      <a:tcPr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3602107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1" name="Left Brace 30">
            <a:extLst>
              <a:ext uri="{FF2B5EF4-FFF2-40B4-BE49-F238E27FC236}">
                <a16:creationId xmlns:a16="http://schemas.microsoft.com/office/drawing/2014/main" id="{624EEF76-798B-7DB0-231D-881ADEC0D007}"/>
              </a:ext>
            </a:extLst>
          </p:cNvPr>
          <p:cNvSpPr/>
          <p:nvPr/>
        </p:nvSpPr>
        <p:spPr>
          <a:xfrm rot="5400000">
            <a:off x="7604955" y="2014371"/>
            <a:ext cx="242518" cy="245892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D1903B0-E01B-BE50-8655-6429F3F40C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6799" y="5403599"/>
            <a:ext cx="1495634" cy="40010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B79A86C-94DF-86AA-A73C-1BF97E940E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58978" y="5857323"/>
            <a:ext cx="5487166" cy="60015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E5B60A7-2685-E188-828D-3BDED4D59FDA}"/>
              </a:ext>
            </a:extLst>
          </p:cNvPr>
          <p:cNvCxnSpPr/>
          <p:nvPr/>
        </p:nvCxnSpPr>
        <p:spPr>
          <a:xfrm>
            <a:off x="2948710" y="2870479"/>
            <a:ext cx="39254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AA1C07E-8EE3-C2F3-FECB-AA3095A7891A}"/>
              </a:ext>
            </a:extLst>
          </p:cNvPr>
          <p:cNvSpPr txBox="1"/>
          <p:nvPr/>
        </p:nvSpPr>
        <p:spPr>
          <a:xfrm>
            <a:off x="2263320" y="2731980"/>
            <a:ext cx="7207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Position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62D037-1D21-4472-A415-1A5D4D3050AE}"/>
              </a:ext>
            </a:extLst>
          </p:cNvPr>
          <p:cNvSpPr txBox="1"/>
          <p:nvPr/>
        </p:nvSpPr>
        <p:spPr>
          <a:xfrm>
            <a:off x="2052097" y="1993288"/>
            <a:ext cx="442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(a)</a:t>
            </a: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8626D6-A000-AB31-3690-C47F86DC4525}"/>
              </a:ext>
            </a:extLst>
          </p:cNvPr>
          <p:cNvSpPr txBox="1"/>
          <p:nvPr/>
        </p:nvSpPr>
        <p:spPr>
          <a:xfrm>
            <a:off x="2052865" y="3129052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(b)</a:t>
            </a:r>
            <a:endParaRPr lang="en-C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8259E5-8381-839D-235A-4C96EB5F5F25}"/>
              </a:ext>
            </a:extLst>
          </p:cNvPr>
          <p:cNvSpPr txBox="1"/>
          <p:nvPr/>
        </p:nvSpPr>
        <p:spPr>
          <a:xfrm>
            <a:off x="5798463" y="312386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(c)</a:t>
            </a:r>
            <a:endParaRPr lang="en-C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D52F0-A9F8-01F6-4E16-2CC027DB62AA}"/>
              </a:ext>
            </a:extLst>
          </p:cNvPr>
          <p:cNvSpPr txBox="1"/>
          <p:nvPr/>
        </p:nvSpPr>
        <p:spPr>
          <a:xfrm>
            <a:off x="2024312" y="5803705"/>
            <a:ext cx="449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(d)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5942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</TotalTime>
  <Words>75</Words>
  <Application>Microsoft Office PowerPoint</Application>
  <PresentationFormat>Widescreen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Could include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Northway, Cassidy</dc:creator>
  <cp:lastModifiedBy>Northway, Cassidy</cp:lastModifiedBy>
  <cp:revision>20</cp:revision>
  <dcterms:created xsi:type="dcterms:W3CDTF">2026-01-12T19:22:34Z</dcterms:created>
  <dcterms:modified xsi:type="dcterms:W3CDTF">2026-02-20T22:39:04Z</dcterms:modified>
</cp:coreProperties>
</file>