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5F7C3-B8D2-1A54-A35A-223292101B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39AB2-C962-35EA-B6A9-D00969B16B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3DFB2-E3CB-C4C1-D4F1-D055479D3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23199-BC62-9400-BD04-731ED884E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B2BFF-334C-DC72-FCB3-1FDCB3244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05681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C94E-F9F9-936D-80D7-F7F6D12C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D6EB9-E4CF-8C67-1FCF-BEFDCDBC0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495D-B7E5-2485-F9ED-B2E998B2E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DF0A16-BE19-F843-DB64-BA0BE9EE2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7F316-D33A-1412-1A16-AF53A5C8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1735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00167-DB24-0970-B61B-68CEFAA1C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22C20-37F5-03EC-7896-25DDDF6C8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27235-C344-820C-0C38-E868561CA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45BD5-79C3-1D06-AB37-E7E4CE54C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5CC3E-B0C4-4C03-26BB-169FDA0C4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8612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FC30A-32E7-DDFF-6079-8B2CF5DF3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9AB1A-9A83-D6ED-8B69-DF8AE19FF7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1E7035-798E-290E-0B9A-E348FFD85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BE25D-75F3-7694-8A49-5ADCC9B09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21F10-BE1B-DB7F-5C24-E26FBBE88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F9161-C400-B67B-BED0-BD6166FC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7843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EF63F-D58F-820A-7A05-61938A165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A667A2-C7E6-035B-5AE6-993709A9C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24A06A-99DD-2808-7743-6057E51E5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058761-7B32-3A02-9686-7936A94060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BE8907-5C3F-548C-929B-62E4D607CA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25D43D-6AD8-1961-50C1-400A2CCE3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59162A-9310-F7A7-FC29-0F35F65DD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A0DA3D-0286-AD78-810B-E9FF75AD9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79054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1D6FC-65A5-07E2-1817-D58BCA15E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0E5810-BC49-20AD-0B76-A86EA755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78D32E-C2DB-4F38-86F4-684834E43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48E52A-EE0C-58E5-8AED-8835555B7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280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A9D7CC-6104-C540-3D51-2C9B3879F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C0AC94-BDC8-D3BA-1A3E-C37F0C52D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D5535-3C0F-143B-2FE0-A7185B7C5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7974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F9522-CCB2-8D7C-9171-7FE248D24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8694F-FEA5-17B0-9845-363A39D6A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C267C-A66B-6BE9-CC7E-A1D934FE26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72F387-0C92-115C-142A-2AE81C971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A2E31-57B7-ED96-32A5-805CD4A32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972A4-673D-E5EC-A0E6-9A135715E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3110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279DB-3BCC-F7D5-1A77-7C5E968DC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E62452-7E45-840E-239A-18E1AF5821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C02E0A-0B34-49DB-2B93-17AF8E4E42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057DC-DD3A-12F9-C6E0-4545860BB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45533D-5E81-4D1D-EF4E-5C48AE22B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3C3E5-5775-95AA-9CEB-9A9952CF1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7374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C041D-4A8C-7422-0140-170647FED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AB96A4-1E6B-6E2B-6001-F93AB6075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7AC466-6874-D3B8-2533-0139A7BD4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292035-334C-9D56-CA07-4A2BF7F9A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CFE00-670C-0FD2-CC45-D7C50FC20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454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C028B5-12B3-B9BC-F5F6-171618FADF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E50EE-07B1-B8F3-9513-34956731B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1E724-114B-2A57-A09F-656E5A4D8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19569B-3F11-2313-CCD5-F88A3D5C7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66EDF-233F-BF72-211F-82CB70A1F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950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A816D-2E70-E97D-702F-31B36FF11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8C5BB-0A98-E734-064C-0850FDAA7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67A49-A120-D4AF-21DF-14C7B0263E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50ADBE-E2B5-49AB-99FC-12956E870A1F}" type="datetimeFigureOut">
              <a:rPr lang="en-CA" smtClean="0"/>
              <a:t>12-Jan-2026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9D0AA-3F05-E82F-05CF-E110FCC615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A1649-D378-77D8-301C-DC123586C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5275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DCBC90-B634-0417-D665-00AFED56B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368" y="2290916"/>
            <a:ext cx="6615102" cy="2672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326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E686E3-461E-0791-BCEB-7DE1C5AEA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19" y="2895525"/>
            <a:ext cx="9211961" cy="106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005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66A145-DC15-8E51-8EE7-B7E6449C1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92" y="3301180"/>
            <a:ext cx="4743694" cy="3333921"/>
          </a:xfrm>
          <a:prstGeom prst="roundRect">
            <a:avLst>
              <a:gd name="adj" fmla="val 16667"/>
            </a:avLst>
          </a:prstGeom>
          <a:ln>
            <a:solidFill>
              <a:schemeClr val="tx1"/>
            </a:solidFill>
          </a:ln>
          <a:effectLst/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FB2C69-79F1-F750-CA0E-4E8F2C4461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704" y="3301180"/>
            <a:ext cx="4974421" cy="3333920"/>
          </a:xfrm>
          <a:prstGeom prst="roundRect">
            <a:avLst>
              <a:gd name="adj" fmla="val 16667"/>
            </a:avLst>
          </a:prstGeom>
          <a:ln>
            <a:solidFill>
              <a:schemeClr val="tx1"/>
            </a:solidFill>
          </a:ln>
          <a:effectLst/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D6DC5E-3644-EAC5-6CC4-EB79C1DEE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421" y="2372097"/>
            <a:ext cx="3667637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2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Northway, Cassidy</dc:creator>
  <cp:lastModifiedBy>Northway, Cassidy</cp:lastModifiedBy>
  <cp:revision>3</cp:revision>
  <dcterms:created xsi:type="dcterms:W3CDTF">2026-01-12T19:22:34Z</dcterms:created>
  <dcterms:modified xsi:type="dcterms:W3CDTF">2026-01-13T00:44:19Z</dcterms:modified>
</cp:coreProperties>
</file>