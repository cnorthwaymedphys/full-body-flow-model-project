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5" r:id="rId6"/>
    <p:sldId id="266" r:id="rId7"/>
    <p:sldId id="259" r:id="rId8"/>
    <p:sldId id="264" r:id="rId9"/>
    <p:sldId id="260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A9AD5-DEFC-0625-90F8-3D275A81E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84FDE-650C-44F9-7713-FAC343D05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55831-7BC7-4933-E361-076252079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A0CF-CD35-4447-B288-D4DD0AE999DA}" type="datetimeFigureOut">
              <a:rPr lang="en-CA" smtClean="0"/>
              <a:t>03-Mar-2026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00873-60AF-87BA-C69B-C4DDCB234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6E802-2257-B36A-2BBA-52055E32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02DF-A735-4848-82A8-60D44BFD2F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39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399D8-FD20-CA93-7A84-7570817B8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7CC13-0918-42E9-EEFA-BE85B36C1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4B9D3-4858-39EB-122A-BA64DFBB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A0CF-CD35-4447-B288-D4DD0AE999DA}" type="datetimeFigureOut">
              <a:rPr lang="en-CA" smtClean="0"/>
              <a:t>03-Mar-2026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EA763-3B5A-0904-FD63-BCA27423E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9B084-BE34-F83C-44E5-C235623C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02DF-A735-4848-82A8-60D44BFD2F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9997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50376-63FC-139E-122E-D3225512F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6F0E1-8A78-9EFE-CDBC-53FD58FE9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ED9E2-F21E-C890-3104-2D9AB0CA2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A0CF-CD35-4447-B288-D4DD0AE999DA}" type="datetimeFigureOut">
              <a:rPr lang="en-CA" smtClean="0"/>
              <a:t>03-Mar-2026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21EF7-4D65-810E-FE74-E58035A1A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B1C99-9923-7E4F-DC3C-F22C21B1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02DF-A735-4848-82A8-60D44BFD2F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5575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8159-D465-C46C-FB43-0BD665DCA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7C7EE-71A9-B77B-A9F2-C40387795D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FCB64-EBBB-D471-6CB9-1840576CD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50A30-6955-EB87-7BDD-1211FE297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A0CF-CD35-4447-B288-D4DD0AE999DA}" type="datetimeFigureOut">
              <a:rPr lang="en-CA" smtClean="0"/>
              <a:t>03-Mar-2026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0E744-5EDB-2388-9053-C0F6A009B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FFE29-E4A1-E1F7-C9E3-6455DE5E3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02DF-A735-4848-82A8-60D44BFD2F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5833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46307-C04B-0079-3819-44D706E1E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7135A-9041-D4D3-0104-0567499C7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C3C1A-B1DD-2413-07D5-4EB09DFE0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5EE1B7-8AF0-6622-B284-916B1D1CF0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18298C-AD40-3C47-A6F7-A6A930C753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72024C-D9C7-D789-F2F4-1D57279A9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A0CF-CD35-4447-B288-D4DD0AE999DA}" type="datetimeFigureOut">
              <a:rPr lang="en-CA" smtClean="0"/>
              <a:t>03-Mar-2026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20F4AC-C9CE-EC3B-56C1-113C85484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10B685-85B0-BF91-A93B-239B13482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02DF-A735-4848-82A8-60D44BFD2F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839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1304D-102D-6039-A135-62DBAC5C0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908524-2CE7-442D-7932-642681F3A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A0CF-CD35-4447-B288-D4DD0AE999DA}" type="datetimeFigureOut">
              <a:rPr lang="en-CA" smtClean="0"/>
              <a:t>03-Mar-2026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2E8191-68FB-9A59-73E0-18A58C73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9044B6-F155-C8F6-90D8-9CC477E37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02DF-A735-4848-82A8-60D44BFD2F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4925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1FBC8-D4DB-452B-CA92-6C07D5409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A0CF-CD35-4447-B288-D4DD0AE999DA}" type="datetimeFigureOut">
              <a:rPr lang="en-CA" smtClean="0"/>
              <a:t>03-Mar-2026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495DCB-1D9E-0B3D-E451-C2A55B8B6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0AE7C-9986-D7B1-15F7-88752E570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02DF-A735-4848-82A8-60D44BFD2F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156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36F1-83D5-B2A2-3CBE-8B5AA030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8CAE6-EDE0-F931-621C-F3F3A2F23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E9B87-03AB-7038-E7F5-C7CC99C8C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F976A-A29B-61DE-BC7E-507033849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A0CF-CD35-4447-B288-D4DD0AE999DA}" type="datetimeFigureOut">
              <a:rPr lang="en-CA" smtClean="0"/>
              <a:t>03-Mar-2026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4B4B2-B234-7AB0-A496-BA72CC513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9F393-E649-04E6-E824-F1D5C03C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02DF-A735-4848-82A8-60D44BFD2F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1506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77E63-E684-A779-6B5C-F4673F9D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1AF5D5-9AA5-C108-3214-5A7353AE0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9D2BF-8314-EBCA-9400-B8F51AB4E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696D4-3F37-9880-F872-1EEAAEB4D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A0CF-CD35-4447-B288-D4DD0AE999DA}" type="datetimeFigureOut">
              <a:rPr lang="en-CA" smtClean="0"/>
              <a:t>03-Mar-2026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8B12F-47E1-CFBB-0D29-662393B3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83FEA-A339-2860-99A7-3FB8F41C0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02DF-A735-4848-82A8-60D44BFD2F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3145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3CB25-A6C1-14B6-7F43-C026CE826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82E0C-57AD-3A15-682F-3B7266B8A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842D6-0824-D43A-5682-1E37B6AF6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A0CF-CD35-4447-B288-D4DD0AE999DA}" type="datetimeFigureOut">
              <a:rPr lang="en-CA" smtClean="0"/>
              <a:t>03-Mar-2026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73863-485D-9A61-EBF7-16FCF94D1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54F47-3A26-71C3-3B5E-B39EBB229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02DF-A735-4848-82A8-60D44BFD2F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5753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0F45B5-0637-4B2C-E72E-C7C6AAA52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7A4E7-01F8-E7C7-6B1B-6845A8596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076B6-D796-65D1-5B89-01A96A31C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A0CF-CD35-4447-B288-D4DD0AE999DA}" type="datetimeFigureOut">
              <a:rPr lang="en-CA" smtClean="0"/>
              <a:t>03-Mar-2026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150A0-7059-492C-E263-FE178A6A0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F715D-8A0C-CEE0-9C8D-5C56FA72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02DF-A735-4848-82A8-60D44BFD2F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167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B51FE-0CD7-55DD-D86F-B06CD762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B661E-00DF-9813-9200-A4D6ED05D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02905-E05D-A8ED-E973-D6D7C6D604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66A0CF-CD35-4447-B288-D4DD0AE999DA}" type="datetimeFigureOut">
              <a:rPr lang="en-CA" smtClean="0"/>
              <a:t>03-Mar-2026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2D0A0-C5EC-63CB-ADF5-D6EE02876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C371F-172D-E08B-D848-2A0C1DC7E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0102DF-A735-4848-82A8-60D44BFD2F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124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8A303-56BC-E2D5-9888-A70169528B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Dst</a:t>
            </a:r>
            <a:r>
              <a:rPr lang="en-US" dirty="0"/>
              <a:t> = 0.1 Sweeps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926B6-19F8-2B24-6A0C-B5021FAF69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Static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81440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A843B7-6A48-3B79-7689-4407BA375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6" y="0"/>
            <a:ext cx="4934204" cy="35752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DA4FE4-58AC-52C1-B257-67C3D676B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933" y="0"/>
            <a:ext cx="4845299" cy="3403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F25C30-EAA7-D13E-5B43-6EB66970E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785" y="3429000"/>
            <a:ext cx="4845299" cy="340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387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11C0D-351D-AC4C-DCDE-29F56C2BC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D0354-B69A-3388-778A-DE2479A9A5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Dst</a:t>
            </a:r>
            <a:r>
              <a:rPr lang="en-US" dirty="0"/>
              <a:t> = 0.25 Sweeps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FADD2-C767-F4FB-E168-7C711D6F1B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Static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38706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441A7-3CDA-1625-23C9-447B5BCC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5ED509-748D-C7F8-5057-6561B6553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97" y="212632"/>
            <a:ext cx="5359115" cy="38831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F16DA1-0602-8066-1D48-5FE3EF783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239" y="4095750"/>
            <a:ext cx="3527961" cy="25213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BE0B06-AA33-A0E4-7113-2B5AD5671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127" y="240934"/>
            <a:ext cx="5135931" cy="367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50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CF29B-C303-AF07-8003-C1FBFE335D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Dst</a:t>
            </a:r>
            <a:r>
              <a:rPr lang="en-US" dirty="0"/>
              <a:t> = 0.5 (all in)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6BDCD-0CEB-C869-64FC-5FFB91FD9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Static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1021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84169C-206F-B3DC-C4FB-DD6480122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42" y="100818"/>
            <a:ext cx="4934204" cy="35752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2AE70A-8818-A0A0-CB08-35D537BC2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548" y="100818"/>
            <a:ext cx="5109800" cy="3716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32D90E-AADA-2838-6317-76C6B6E83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652" y="3817036"/>
            <a:ext cx="4033522" cy="293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936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46CA1-57C5-C342-CF28-7B2D8B6D6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01DB3-CB16-13CF-F99C-86DD8A6F9C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Dst</a:t>
            </a:r>
            <a:r>
              <a:rPr lang="en-US" dirty="0"/>
              <a:t> = 0.1 Sweeps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7B6D1-C749-5432-64AE-C71D81C7A3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NOT Static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68078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2D4749-B435-A06E-87C7-F5DFC0B8E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898" y="1641383"/>
            <a:ext cx="4934204" cy="357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71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BC7D8-D8BF-EF29-99BF-5DD949ED4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85B31-E696-A4E3-725D-9094AD3889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Dst</a:t>
            </a:r>
            <a:r>
              <a:rPr lang="en-US" dirty="0"/>
              <a:t> = 0.25 Sweeps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480BEB-5288-6352-BD58-69B8EB69C5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NOT Static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16862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DF03D3-847F-42C2-C73F-CB4DEEBA5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50" y="279425"/>
            <a:ext cx="7839202" cy="568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39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30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Dst = 0.1 Sweeps</vt:lpstr>
      <vt:lpstr>PowerPoint Presentation</vt:lpstr>
      <vt:lpstr>Dst = 0.25 Sweeps</vt:lpstr>
      <vt:lpstr>PowerPoint Presentation</vt:lpstr>
      <vt:lpstr>Dst = 0.5 (all in)</vt:lpstr>
      <vt:lpstr>PowerPoint Presentation</vt:lpstr>
      <vt:lpstr>Dst = 0.1 Sweeps</vt:lpstr>
      <vt:lpstr>PowerPoint Presentation</vt:lpstr>
      <vt:lpstr>Dst = 0.25 Sweeps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Northway, Cassidy</dc:creator>
  <cp:lastModifiedBy>Northway, Cassidy</cp:lastModifiedBy>
  <cp:revision>5</cp:revision>
  <dcterms:created xsi:type="dcterms:W3CDTF">2026-03-02T20:48:06Z</dcterms:created>
  <dcterms:modified xsi:type="dcterms:W3CDTF">2026-03-03T22:29:04Z</dcterms:modified>
</cp:coreProperties>
</file>